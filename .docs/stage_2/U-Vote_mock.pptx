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1.xml" ContentType="application/xml"/>
  <Override PartName="/customXml/itemProps1.xml" ContentType="application/vnd.openxmlformats-officedocument.customXmlProperties+xml"/>
  <Override PartName="/customXml/item2.xml" ContentType="application/xml"/>
  <Override PartName="/customXml/_rels/item3.xml.rels" ContentType="application/vnd.openxmlformats-package.relationships+xml"/>
  <Override PartName="/customXml/_rels/item2.xml.rels" ContentType="application/vnd.openxmlformats-package.relationships+xml"/>
  <Override PartName="/customXml/_rels/item1.xml.rels" ContentType="application/vnd.openxmlformats-package.relationships+xml"/>
  <Override PartName="/customXml/itemProps2.xml" ContentType="application/vnd.openxmlformats-officedocument.customXmlProperties+xml"/>
  <Override PartName="/customXml/item3.xml" ContentType="application/xml"/>
  <Override PartName="/customXml/itemProps3.xml" ContentType="application/vnd.openxmlformats-officedocument.customXmlProperties+xml"/>
  <Override PartName="/docMetadata/LabelInfo.xml" ContentType="application/xml"/>
  <Override PartName="/ppt/presentation.xml" ContentType="application/vnd.openxmlformats-officedocument.presentationml.presentation.main+xml"/>
  <Override PartName="/ppt/slideMasters/_rels/slideMaster10.xml.rels" ContentType="application/vnd.openxmlformats-package.relationships+xml"/>
  <Override PartName="/ppt/slideMasters/_rels/slideMaster47.xml.rels" ContentType="application/vnd.openxmlformats-package.relationships+xml"/>
  <Override PartName="/ppt/slideMasters/_rels/slideMaster46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48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41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49.xml.rels" ContentType="application/vnd.openxmlformats-package.relationships+xml"/>
  <Override PartName="/ppt/slideMasters/_rels/slideMaster30.xml.rels" ContentType="application/vnd.openxmlformats-package.relationships+xml"/>
  <Override PartName="/ppt/slideMasters/_rels/slideMaster29.xml.rels" ContentType="application/vnd.openxmlformats-package.relationships+xml"/>
  <Override PartName="/ppt/slideMasters/_rels/slideMaster31.xml.rels" ContentType="application/vnd.openxmlformats-package.relationships+xml"/>
  <Override PartName="/ppt/slideMasters/_rels/slideMaster32.xml.rels" ContentType="application/vnd.openxmlformats-package.relationships+xml"/>
  <Override PartName="/ppt/slideMasters/_rels/slideMaster33.xml.rels" ContentType="application/vnd.openxmlformats-package.relationships+xml"/>
  <Override PartName="/ppt/slideMasters/_rels/slideMaster34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40.xml.rels" ContentType="application/vnd.openxmlformats-package.relationships+xml"/>
  <Override PartName="/ppt/slideMasters/_rels/slideMaster53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52.xml.rels" ContentType="application/vnd.openxmlformats-package.relationships+xml"/>
  <Override PartName="/ppt/slideMasters/_rels/slideMaster51.xml.rels" ContentType="application/vnd.openxmlformats-package.relationships+xml"/>
  <Override PartName="/ppt/slideMasters/_rels/slideMaster50.xml.rels" ContentType="application/vnd.openxmlformats-package.relationships+xml"/>
  <Override PartName="/ppt/slideMasters/_rels/slideMaster39.xml.rels" ContentType="application/vnd.openxmlformats-package.relationships+xml"/>
  <Override PartName="/ppt/slideMasters/_rels/slideMaster26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17.xml.rels" ContentType="application/vnd.openxmlformats-package.relationships+xml"/>
  <Override PartName="/ppt/slideMasters/_rels/slideMaster18.xml.rels" ContentType="application/vnd.openxmlformats-package.relationships+xml"/>
  <Override PartName="/ppt/slideMasters/_rels/slideMaster20.xml.rels" ContentType="application/vnd.openxmlformats-package.relationships+xml"/>
  <Override PartName="/ppt/slideMasters/_rels/slideMaster19.xml.rels" ContentType="application/vnd.openxmlformats-package.relationships+xml"/>
  <Override PartName="/ppt/slideMasters/_rels/slideMaster21.xml.rels" ContentType="application/vnd.openxmlformats-package.relationships+xml"/>
  <Override PartName="/ppt/slideMasters/_rels/slideMaster43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22.xml.rels" ContentType="application/vnd.openxmlformats-package.relationships+xml"/>
  <Override PartName="/ppt/slideMasters/_rels/slideMaster23.xml.rels" ContentType="application/vnd.openxmlformats-package.relationships+xml"/>
  <Override PartName="/ppt/slideMasters/_rels/slideMaster24.xml.rels" ContentType="application/vnd.openxmlformats-package.relationships+xml"/>
  <Override PartName="/ppt/slideMasters/_rels/slideMaster25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44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27.xml.rels" ContentType="application/vnd.openxmlformats-package.relationships+xml"/>
  <Override PartName="/ppt/slideMasters/_rels/slideMaster45.xml.rels" ContentType="application/vnd.openxmlformats-package.relationships+xml"/>
  <Override PartName="/ppt/slideMasters/_rels/slideMaster28.xml.rels" ContentType="application/vnd.openxmlformats-package.relationships+xml"/>
  <Override PartName="/ppt/slideMasters/_rels/slideMaster35.xml.rels" ContentType="application/vnd.openxmlformats-package.relationships+xml"/>
  <Override PartName="/ppt/slideMasters/_rels/slideMaster36.xml.rels" ContentType="application/vnd.openxmlformats-package.relationships+xml"/>
  <Override PartName="/ppt/slideMasters/_rels/slideMaster37.xml.rels" ContentType="application/vnd.openxmlformats-package.relationships+xml"/>
  <Override PartName="/ppt/slideMasters/_rels/slideMaster3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42.xml.rels" ContentType="application/vnd.openxmlformats-package.relationships+xml"/>
  <Override PartName="/ppt/slideMasters/slideMaster25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44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45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40.xml" ContentType="application/vnd.openxmlformats-officedocument.presentationml.slideMaster+xml"/>
  <Override PartName="/ppt/slideMasters/slideMaster42.xml" ContentType="application/vnd.openxmlformats-officedocument.presentationml.slideMaster+xml"/>
  <Override PartName="/ppt/slideMasters/slideMaster43.xml" ContentType="application/vnd.openxmlformats-officedocument.presentationml.slideMaster+xml"/>
  <Override PartName="/ppt/slideMasters/slideMaster39.xml" ContentType="application/vnd.openxmlformats-officedocument.presentationml.slideMaster+xml"/>
  <Override PartName="/ppt/slideMasters/slideMaster41.xml" ContentType="application/vnd.openxmlformats-officedocument.presentationml.slideMaster+xml"/>
  <Override PartName="/ppt/slideMasters/slideMaster50.xml" ContentType="application/vnd.openxmlformats-officedocument.presentationml.slideMaster+xml"/>
  <Override PartName="/ppt/slideMasters/slideMaster51.xml" ContentType="application/vnd.openxmlformats-officedocument.presentationml.slideMaster+xml"/>
  <Override PartName="/ppt/slideMasters/slideMaster52.xml" ContentType="application/vnd.openxmlformats-officedocument.presentationml.slideMaster+xml"/>
  <Override PartName="/ppt/slideMasters/slideMaster5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49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48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6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47.xml" ContentType="application/vnd.openxmlformats-officedocument.presentationml.slideMaster+xml"/>
  <Override PartName="/ppt/slideMasters/slideMaster10.xml" ContentType="application/vnd.openxmlformats-officedocument.presentationml.slideMaster+xml"/>
  <Override PartName="/ppt/presProps.xml" ContentType="application/vnd.openxmlformats-officedocument.presentationml.presProps+xml"/>
  <Override PartName="/ppt/theme/theme29.xml" ContentType="application/vnd.openxmlformats-officedocument.theme+xml"/>
  <Override PartName="/ppt/theme/theme28.xml" ContentType="application/vnd.openxmlformats-officedocument.theme+xml"/>
  <Override PartName="/ppt/theme/theme27.xml" ContentType="application/vnd.openxmlformats-officedocument.theme+xml"/>
  <Override PartName="/ppt/theme/theme26.xml" ContentType="application/vnd.openxmlformats-officedocument.theme+xml"/>
  <Override PartName="/ppt/theme/theme25.xml" ContentType="application/vnd.openxmlformats-officedocument.theme+xml"/>
  <Override PartName="/ppt/theme/theme24.xml" ContentType="application/vnd.openxmlformats-officedocument.theme+xml"/>
  <Override PartName="/ppt/theme/theme23.xml" ContentType="application/vnd.openxmlformats-officedocument.theme+xml"/>
  <Override PartName="/ppt/theme/theme22.xml" ContentType="application/vnd.openxmlformats-officedocument.theme+xml"/>
  <Override PartName="/ppt/theme/theme21.xml" ContentType="application/vnd.openxmlformats-officedocument.theme+xml"/>
  <Override PartName="/ppt/theme/theme19.xml" ContentType="application/vnd.openxmlformats-officedocument.theme+xml"/>
  <Override PartName="/ppt/theme/theme20.xml" ContentType="application/vnd.openxmlformats-officedocument.theme+xml"/>
  <Override PartName="/ppt/theme/theme18.xml" ContentType="application/vnd.openxmlformats-officedocument.theme+xml"/>
  <Override PartName="/ppt/theme/theme17.xml" ContentType="application/vnd.openxmlformats-officedocument.theme+xml"/>
  <Override PartName="/ppt/theme/theme16.xml" ContentType="application/vnd.openxmlformats-officedocument.theme+xml"/>
  <Override PartName="/ppt/theme/theme15.xml" ContentType="application/vnd.openxmlformats-officedocument.theme+xml"/>
  <Override PartName="/ppt/theme/theme14.xml" ContentType="application/vnd.openxmlformats-officedocument.theme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48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49.xml" ContentType="application/vnd.openxmlformats-officedocument.theme+xml"/>
  <Override PartName="/ppt/theme/theme3.xml" ContentType="application/vnd.openxmlformats-officedocument.theme+xml"/>
  <Override PartName="/ppt/theme/theme30.xml" ContentType="application/vnd.openxmlformats-officedocument.theme+xml"/>
  <Override PartName="/ppt/theme/theme13.xml" ContentType="application/vnd.openxmlformats-officedocument.theme+xml"/>
  <Override PartName="/ppt/theme/theme43.xml" ContentType="application/vnd.openxmlformats-officedocument.theme+xml"/>
  <Override PartName="/ppt/theme/theme44.xml" ContentType="application/vnd.openxmlformats-officedocument.theme+xml"/>
  <Override PartName="/ppt/theme/theme45.xml" ContentType="application/vnd.openxmlformats-officedocument.theme+xml"/>
  <Override PartName="/ppt/theme/theme46.xml" ContentType="application/vnd.openxmlformats-officedocument.theme+xml"/>
  <Override PartName="/ppt/theme/theme39.xml" ContentType="application/vnd.openxmlformats-officedocument.theme+xml"/>
  <Override PartName="/ppt/theme/theme41.xml" ContentType="application/vnd.openxmlformats-officedocument.theme+xml"/>
  <Override PartName="/ppt/theme/theme50.xml" ContentType="application/vnd.openxmlformats-officedocument.theme+xml"/>
  <Override PartName="/ppt/theme/theme51.xml" ContentType="application/vnd.openxmlformats-officedocument.theme+xml"/>
  <Override PartName="/ppt/theme/theme40.xml" ContentType="application/vnd.openxmlformats-officedocument.theme+xml"/>
  <Override PartName="/ppt/theme/theme38.xml" ContentType="application/vnd.openxmlformats-officedocument.theme+xml"/>
  <Override PartName="/ppt/theme/theme52.xml" ContentType="application/vnd.openxmlformats-officedocument.theme+xml"/>
  <Override PartName="/ppt/theme/theme53.xml" ContentType="application/vnd.openxmlformats-officedocument.theme+xml"/>
  <Override PartName="/ppt/theme/theme42.xml" ContentType="application/vnd.openxmlformats-officedocument.theme+xml"/>
  <Override PartName="/ppt/theme/theme54.xml" ContentType="application/vnd.openxmlformats-officedocument.theme+xml"/>
  <Override PartName="/ppt/theme/theme37.xml" ContentType="application/vnd.openxmlformats-officedocument.theme+xml"/>
  <Override PartName="/ppt/theme/theme10.xml" ContentType="application/vnd.openxmlformats-officedocument.theme+xml"/>
  <Override PartName="/ppt/theme/theme47.xml" ContentType="application/vnd.openxmlformats-officedocument.theme+xml"/>
  <Override PartName="/ppt/theme/theme9.xml" ContentType="application/vnd.openxmlformats-officedocument.theme+xml"/>
  <Override PartName="/ppt/theme/theme36.xml" ContentType="application/vnd.openxmlformats-officedocument.theme+xml"/>
  <Override PartName="/ppt/theme/theme8.xml" ContentType="application/vnd.openxmlformats-officedocument.theme+xml"/>
  <Override PartName="/ppt/theme/theme35.xml" ContentType="application/vnd.openxmlformats-officedocument.theme+xml"/>
  <Override PartName="/ppt/theme/theme7.xml" ContentType="application/vnd.openxmlformats-officedocument.theme+xml"/>
  <Override PartName="/ppt/theme/theme34.xml" ContentType="application/vnd.openxmlformats-officedocument.theme+xml"/>
  <Override PartName="/ppt/theme/theme6.xml" ContentType="application/vnd.openxmlformats-officedocument.theme+xml"/>
  <Override PartName="/ppt/theme/theme33.xml" ContentType="application/vnd.openxmlformats-officedocument.theme+xml"/>
  <Override PartName="/ppt/theme/theme5.xml" ContentType="application/vnd.openxmlformats-officedocument.theme+xml"/>
  <Override PartName="/ppt/theme/theme32.xml" ContentType="application/vnd.openxmlformats-officedocument.theme+xml"/>
  <Override PartName="/ppt/theme/theme4.xml" ContentType="application/vnd.openxmlformats-officedocument.theme+xml"/>
  <Override PartName="/ppt/theme/theme31.xml" ContentType="application/vnd.openxmlformats-officedocument.theme+xml"/>
  <Override PartName="/ppt/_rels/presentation.xml.rels" ContentType="application/vnd.openxmlformats-package.relationships+xml"/>
  <Override PartName="/ppt/media/image9.jpeg" ContentType="image/jpeg"/>
  <Override PartName="/ppt/media/image12.jpeg" ContentType="image/jpeg"/>
  <Override PartName="/ppt/media/image13.jpeg" ContentType="image/jpeg"/>
  <Override PartName="/ppt/media/image8.jpeg" ContentType="image/jpeg"/>
  <Override PartName="/ppt/media/image11.jpeg" ContentType="image/jpeg"/>
  <Override PartName="/ppt/media/image28.png" ContentType="image/png"/>
  <Override PartName="/ppt/media/image7.jpeg" ContentType="image/jpeg"/>
  <Override PartName="/ppt/media/image10.jpeg" ContentType="image/jpeg"/>
  <Override PartName="/ppt/media/image18.png" ContentType="image/png"/>
  <Override PartName="/ppt/media/image20.png" ContentType="image/png"/>
  <Override PartName="/ppt/media/image6.jpeg" ContentType="image/jpeg"/>
  <Override PartName="/ppt/media/image5.jpeg" ContentType="image/jpeg"/>
  <Override PartName="/ppt/media/image4.jpeg" ContentType="image/jpeg"/>
  <Override PartName="/ppt/media/image25.png" ContentType="image/png"/>
  <Override PartName="/ppt/media/image3.jpeg" ContentType="image/jpeg"/>
  <Override PartName="/ppt/media/image2.png" ContentType="image/png"/>
  <Override PartName="/ppt/media/image29.png" ContentType="image/png"/>
  <Override PartName="/ppt/media/image27.png" ContentType="image/png"/>
  <Override PartName="/ppt/media/image26.png" ContentType="image/png"/>
  <Override PartName="/ppt/media/image24.png" ContentType="image/png"/>
  <Override PartName="/ppt/media/image22.png" ContentType="image/png"/>
  <Override PartName="/ppt/media/image1.jpeg" ContentType="image/jpeg"/>
  <Override PartName="/ppt/media/image21.png" ContentType="image/png"/>
  <Override PartName="/ppt/media/image19.png" ContentType="image/png"/>
  <Override PartName="/ppt/media/image17.jpeg" ContentType="image/jpeg"/>
  <Override PartName="/ppt/media/image16.png" ContentType="image/png"/>
  <Override PartName="/ppt/media/image15.jpeg" ContentType="image/jpeg"/>
  <Override PartName="/ppt/media/image23.png" ContentType="image/png"/>
  <Override PartName="/ppt/media/image14.jpeg" ContentType="image/jpeg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Layouts/slideLayout22.xml" ContentType="application/vnd.openxmlformats-officedocument.presentationml.slideLayout+xml"/>
  <Override PartName="/ppt/slideLayouts/_rels/slideLayout7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9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1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50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52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53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46.xml.rels" ContentType="application/vnd.openxmlformats-package.relationships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notesSlides/_rels/notesSlide10.xml.rels" ContentType="application/vnd.openxmlformats-package.relationships+xml"/>
  <Override PartName="/ppt/notesSlides/_rels/notesSlide8.xml.rels" ContentType="application/vnd.openxmlformats-package.relationships+xml"/>
  <Override PartName="/ppt/notesSlides/_rels/notesSlide4.xml.rels" ContentType="application/vnd.openxmlformats-package.relationships+xml"/>
  <Override PartName="/ppt/notesSlides/_rels/notesSlide2.xml.rels" ContentType="application/vnd.openxmlformats-package.relationships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customXml" Target="../customXml/item1.xml"/><Relationship Id="rId5" Type="http://schemas.openxmlformats.org/officeDocument/2006/relationships/customXml" Target="../customXml/item2.xml"/><Relationship Id="rId6" Type="http://schemas.openxmlformats.org/officeDocument/2006/relationships/customXml" Target="../customXml/item3.xml"/><Relationship Id="rId7" Type="http://schemas.microsoft.com/office/2020/02/relationships/classificationlabels" Target="docMetadata/LabelInfo.xml"/><Relationship Id="rId8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  <p:sldMasterId id="2147483680" r:id="rId18"/>
    <p:sldMasterId id="2147483682" r:id="rId19"/>
    <p:sldMasterId id="2147483684" r:id="rId20"/>
    <p:sldMasterId id="2147483686" r:id="rId21"/>
    <p:sldMasterId id="2147483688" r:id="rId22"/>
    <p:sldMasterId id="2147483690" r:id="rId23"/>
    <p:sldMasterId id="2147483692" r:id="rId24"/>
    <p:sldMasterId id="2147483694" r:id="rId25"/>
    <p:sldMasterId id="2147483696" r:id="rId26"/>
    <p:sldMasterId id="2147483698" r:id="rId27"/>
    <p:sldMasterId id="2147483700" r:id="rId28"/>
    <p:sldMasterId id="2147483702" r:id="rId29"/>
    <p:sldMasterId id="2147483704" r:id="rId30"/>
    <p:sldMasterId id="2147483706" r:id="rId31"/>
    <p:sldMasterId id="2147483708" r:id="rId32"/>
    <p:sldMasterId id="2147483710" r:id="rId33"/>
    <p:sldMasterId id="2147483712" r:id="rId34"/>
    <p:sldMasterId id="2147483714" r:id="rId35"/>
    <p:sldMasterId id="2147483716" r:id="rId36"/>
    <p:sldMasterId id="2147483718" r:id="rId37"/>
    <p:sldMasterId id="2147483720" r:id="rId38"/>
    <p:sldMasterId id="2147483722" r:id="rId39"/>
    <p:sldMasterId id="2147483724" r:id="rId40"/>
    <p:sldMasterId id="2147483726" r:id="rId41"/>
    <p:sldMasterId id="2147483728" r:id="rId42"/>
    <p:sldMasterId id="2147483730" r:id="rId43"/>
    <p:sldMasterId id="2147483732" r:id="rId44"/>
    <p:sldMasterId id="2147483734" r:id="rId45"/>
    <p:sldMasterId id="2147483736" r:id="rId46"/>
    <p:sldMasterId id="2147483738" r:id="rId47"/>
    <p:sldMasterId id="2147483740" r:id="rId48"/>
    <p:sldMasterId id="2147483742" r:id="rId49"/>
    <p:sldMasterId id="2147483744" r:id="rId50"/>
    <p:sldMasterId id="2147483746" r:id="rId51"/>
    <p:sldMasterId id="2147483748" r:id="rId52"/>
    <p:sldMasterId id="2147483750" r:id="rId53"/>
    <p:sldMasterId id="2147483752" r:id="rId54"/>
  </p:sldMasterIdLst>
  <p:notesMasterIdLst>
    <p:notesMasterId r:id="rId55"/>
  </p:notesMasterIdLst>
  <p:sldIdLst>
    <p:sldId id="256" r:id="rId56"/>
    <p:sldId id="257" r:id="rId57"/>
    <p:sldId id="258" r:id="rId58"/>
    <p:sldId id="259" r:id="rId59"/>
    <p:sldId id="260" r:id="rId60"/>
    <p:sldId id="261" r:id="rId61"/>
    <p:sldId id="262" r:id="rId62"/>
    <p:sldId id="263" r:id="rId63"/>
    <p:sldId id="264" r:id="rId64"/>
    <p:sldId id="265" r:id="rId65"/>
    <p:sldId id="266" r:id="rId66"/>
    <p:sldId id="267" r:id="rId67"/>
    <p:sldId id="268" r:id="rId68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Master" Target="slideMasters/slideMaster23.xml"/><Relationship Id="rId25" Type="http://schemas.openxmlformats.org/officeDocument/2006/relationships/slideMaster" Target="slideMasters/slideMaster24.xml"/><Relationship Id="rId26" Type="http://schemas.openxmlformats.org/officeDocument/2006/relationships/slideMaster" Target="slideMasters/slideMaster25.xml"/><Relationship Id="rId27" Type="http://schemas.openxmlformats.org/officeDocument/2006/relationships/slideMaster" Target="slideMasters/slideMaster26.xml"/><Relationship Id="rId28" Type="http://schemas.openxmlformats.org/officeDocument/2006/relationships/slideMaster" Target="slideMasters/slideMaster27.xml"/><Relationship Id="rId29" Type="http://schemas.openxmlformats.org/officeDocument/2006/relationships/slideMaster" Target="slideMasters/slideMaster28.xml"/><Relationship Id="rId30" Type="http://schemas.openxmlformats.org/officeDocument/2006/relationships/slideMaster" Target="slideMasters/slideMaster29.xml"/><Relationship Id="rId31" Type="http://schemas.openxmlformats.org/officeDocument/2006/relationships/slideMaster" Target="slideMasters/slideMaster30.xml"/><Relationship Id="rId32" Type="http://schemas.openxmlformats.org/officeDocument/2006/relationships/slideMaster" Target="slideMasters/slideMaster31.xml"/><Relationship Id="rId33" Type="http://schemas.openxmlformats.org/officeDocument/2006/relationships/slideMaster" Target="slideMasters/slideMaster32.xml"/><Relationship Id="rId34" Type="http://schemas.openxmlformats.org/officeDocument/2006/relationships/slideMaster" Target="slideMasters/slideMaster33.xml"/><Relationship Id="rId35" Type="http://schemas.openxmlformats.org/officeDocument/2006/relationships/slideMaster" Target="slideMasters/slideMaster34.xml"/><Relationship Id="rId36" Type="http://schemas.openxmlformats.org/officeDocument/2006/relationships/slideMaster" Target="slideMasters/slideMaster35.xml"/><Relationship Id="rId37" Type="http://schemas.openxmlformats.org/officeDocument/2006/relationships/slideMaster" Target="slideMasters/slideMaster36.xml"/><Relationship Id="rId38" Type="http://schemas.openxmlformats.org/officeDocument/2006/relationships/slideMaster" Target="slideMasters/slideMaster37.xml"/><Relationship Id="rId39" Type="http://schemas.openxmlformats.org/officeDocument/2006/relationships/slideMaster" Target="slideMasters/slideMaster38.xml"/><Relationship Id="rId40" Type="http://schemas.openxmlformats.org/officeDocument/2006/relationships/slideMaster" Target="slideMasters/slideMaster39.xml"/><Relationship Id="rId41" Type="http://schemas.openxmlformats.org/officeDocument/2006/relationships/slideMaster" Target="slideMasters/slideMaster40.xml"/><Relationship Id="rId42" Type="http://schemas.openxmlformats.org/officeDocument/2006/relationships/slideMaster" Target="slideMasters/slideMaster41.xml"/><Relationship Id="rId43" Type="http://schemas.openxmlformats.org/officeDocument/2006/relationships/slideMaster" Target="slideMasters/slideMaster42.xml"/><Relationship Id="rId44" Type="http://schemas.openxmlformats.org/officeDocument/2006/relationships/slideMaster" Target="slideMasters/slideMaster43.xml"/><Relationship Id="rId45" Type="http://schemas.openxmlformats.org/officeDocument/2006/relationships/slideMaster" Target="slideMasters/slideMaster44.xml"/><Relationship Id="rId46" Type="http://schemas.openxmlformats.org/officeDocument/2006/relationships/slideMaster" Target="slideMasters/slideMaster45.xml"/><Relationship Id="rId47" Type="http://schemas.openxmlformats.org/officeDocument/2006/relationships/slideMaster" Target="slideMasters/slideMaster46.xml"/><Relationship Id="rId48" Type="http://schemas.openxmlformats.org/officeDocument/2006/relationships/slideMaster" Target="slideMasters/slideMaster47.xml"/><Relationship Id="rId49" Type="http://schemas.openxmlformats.org/officeDocument/2006/relationships/slideMaster" Target="slideMasters/slideMaster48.xml"/><Relationship Id="rId50" Type="http://schemas.openxmlformats.org/officeDocument/2006/relationships/slideMaster" Target="slideMasters/slideMaster49.xml"/><Relationship Id="rId51" Type="http://schemas.openxmlformats.org/officeDocument/2006/relationships/slideMaster" Target="slideMasters/slideMaster50.xml"/><Relationship Id="rId52" Type="http://schemas.openxmlformats.org/officeDocument/2006/relationships/slideMaster" Target="slideMasters/slideMaster51.xml"/><Relationship Id="rId53" Type="http://schemas.openxmlformats.org/officeDocument/2006/relationships/slideMaster" Target="slideMasters/slideMaster52.xml"/><Relationship Id="rId54" Type="http://schemas.openxmlformats.org/officeDocument/2006/relationships/slideMaster" Target="slideMasters/slideMaster53.xml"/><Relationship Id="rId55" Type="http://schemas.openxmlformats.org/officeDocument/2006/relationships/notesMaster" Target="notesMasters/notesMaster1.xml"/><Relationship Id="rId56" Type="http://schemas.openxmlformats.org/officeDocument/2006/relationships/slide" Target="slides/slide1.xml"/><Relationship Id="rId57" Type="http://schemas.openxmlformats.org/officeDocument/2006/relationships/slide" Target="slides/slide2.xml"/><Relationship Id="rId58" Type="http://schemas.openxmlformats.org/officeDocument/2006/relationships/slide" Target="slides/slide3.xml"/><Relationship Id="rId59" Type="http://schemas.openxmlformats.org/officeDocument/2006/relationships/slide" Target="slides/slide4.xml"/><Relationship Id="rId60" Type="http://schemas.openxmlformats.org/officeDocument/2006/relationships/slide" Target="slides/slide5.xml"/><Relationship Id="rId61" Type="http://schemas.openxmlformats.org/officeDocument/2006/relationships/slide" Target="slides/slide6.xml"/><Relationship Id="rId62" Type="http://schemas.openxmlformats.org/officeDocument/2006/relationships/slide" Target="slides/slide7.xml"/><Relationship Id="rId63" Type="http://schemas.openxmlformats.org/officeDocument/2006/relationships/slide" Target="slides/slide8.xml"/><Relationship Id="rId64" Type="http://schemas.openxmlformats.org/officeDocument/2006/relationships/slide" Target="slides/slide9.xml"/><Relationship Id="rId65" Type="http://schemas.openxmlformats.org/officeDocument/2006/relationships/slide" Target="slides/slide10.xml"/><Relationship Id="rId66" Type="http://schemas.openxmlformats.org/officeDocument/2006/relationships/slide" Target="slides/slide11.xml"/><Relationship Id="rId67" Type="http://schemas.openxmlformats.org/officeDocument/2006/relationships/slide" Target="slides/slide12.xml"/><Relationship Id="rId68" Type="http://schemas.openxmlformats.org/officeDocument/2006/relationships/slide" Target="slides/slide13.xml"/><Relationship Id="rId6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54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Poppins Light"/>
              </a:rPr>
              <a:t>Click to move the slide</a:t>
            </a:r>
            <a:endParaRPr b="0" lang="en-US" sz="1800" spc="-1" strike="noStrike">
              <a:solidFill>
                <a:schemeClr val="dk1"/>
              </a:solidFill>
              <a:latin typeface="Poppins Light"/>
            </a:endParaRPr>
          </a:p>
        </p:txBody>
      </p:sp>
      <p:sp>
        <p:nvSpPr>
          <p:cNvPr id="34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IE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IE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IE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I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3" name="PlaceHolder 4"/>
          <p:cNvSpPr>
            <a:spLocks noGrp="1"/>
          </p:cNvSpPr>
          <p:nvPr>
            <p:ph type="dt" idx="160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I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IE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4" name="PlaceHolder 5"/>
          <p:cNvSpPr>
            <a:spLocks noGrp="1"/>
          </p:cNvSpPr>
          <p:nvPr>
            <p:ph type="ftr" idx="161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I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E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5" name="PlaceHolder 6"/>
          <p:cNvSpPr>
            <a:spLocks noGrp="1"/>
          </p:cNvSpPr>
          <p:nvPr>
            <p:ph type="sldNum" idx="162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I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8EEFFE88-40C5-4357-80A1-329A7BC8E04D}" type="slidenum">
              <a:rPr b="0" lang="en-IE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IE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Image Link, Recorded as Fig 1: https://eagleeye.com/hubfs/images/featured/monolithic-to-microservices.jpg</a:t>
            </a:r>
            <a:endParaRPr b="0" lang="en-IE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0" name="PlaceHolder 3"/>
          <p:cNvSpPr>
            <a:spLocks noGrp="1"/>
          </p:cNvSpPr>
          <p:nvPr>
            <p:ph type="sldNum" idx="16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C7AF20C-57CC-48A2-9C43-FCB8CE31D82C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IE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https://www.streamlinehq.com/icons/download/github-2--22599</a:t>
            </a:r>
            <a:endParaRPr b="0" lang="en-IE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3" name="PlaceHolder 3"/>
          <p:cNvSpPr>
            <a:spLocks noGrp="1"/>
          </p:cNvSpPr>
          <p:nvPr>
            <p:ph type="sldNum" idx="16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5C0429D-676A-4955-91B2-A85707E38320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IE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6" name="PlaceHolder 3"/>
          <p:cNvSpPr>
            <a:spLocks noGrp="1"/>
          </p:cNvSpPr>
          <p:nvPr>
            <p:ph type="sldNum" idx="16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957D1C3-EBA4-4FB5-83B2-FF9BD071C9D8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IE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I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9" name="PlaceHolder 3"/>
          <p:cNvSpPr>
            <a:spLocks noGrp="1"/>
          </p:cNvSpPr>
          <p:nvPr>
            <p:ph type="sldNum" idx="16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B561DCC-3F0E-4947-B872-AF17A0D392B2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IE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0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7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8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9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1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2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4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5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6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7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8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9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0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1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2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3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5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6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7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8.xml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9.xml"/>
</Relationships>
</file>

<file path=ppt/slideLayouts/_rels/slideLayout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0.xml"/>
</Relationships>
</file>

<file path=ppt/slideLayouts/_rels/slideLayout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1.xml"/>
</Relationships>
</file>

<file path=ppt/slideLayouts/_rels/slideLayout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2.xml"/>
</Relationships>
</file>

<file path=ppt/slideLayouts/_rels/slideLayout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8F650C5-D59E-44FF-B5C1-62F83F75E90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E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6061B59-E9D2-49F5-A7DC-EB3DA4AD1B8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E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35F7040D-C68E-41DB-A844-6E5282D34B3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IE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4B25E371-B88A-48FB-BF93-9D8AEFFC8F9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IE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DB29FD05-91D5-4EA2-A50E-B2C43EE3864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IE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D9C9152E-29F5-4F97-9FF6-41F3A940655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IE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AF08F663-BC42-4AAB-8C77-A1CB88FD1CB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IE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B75DA19D-06A5-4A16-8182-275AD37D49B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IE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771C1C87-0B97-46AE-9FE8-4284A9CC94F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IE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12720" y="548640"/>
            <a:ext cx="4672080" cy="145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Poppins Light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/>
          </p:nvPr>
        </p:nvSpPr>
        <p:spPr>
          <a:xfrm>
            <a:off x="873720" y="2485440"/>
            <a:ext cx="3632760" cy="3632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40000"/>
              </a:lnSpc>
              <a:spcBef>
                <a:spcPts val="1417"/>
              </a:spcBef>
              <a:buNone/>
            </a:pPr>
            <a:endParaRPr b="0" lang="en-US" sz="1400" spc="-1" strike="noStrike">
              <a:solidFill>
                <a:schemeClr val="dk1"/>
              </a:solidFill>
              <a:latin typeface="Poppins Ligh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BA8CC823-A75D-4488-8FEF-BB5C3B2123E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IE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DCF53448-8941-4EAB-8858-F6E133EF90E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IE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612720" y="548640"/>
            <a:ext cx="4672080" cy="145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Poppins Light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873720" y="2485440"/>
            <a:ext cx="3632760" cy="3632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40000"/>
              </a:lnSpc>
              <a:spcBef>
                <a:spcPts val="1417"/>
              </a:spcBef>
              <a:buNone/>
            </a:pPr>
            <a:endParaRPr b="0" lang="en-US" sz="1400" spc="-1" strike="noStrike">
              <a:solidFill>
                <a:schemeClr val="dk1"/>
              </a:solidFill>
              <a:latin typeface="Poppins Ligh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6"/>
          </p:nvPr>
        </p:nvSpPr>
        <p:spPr/>
        <p:txBody>
          <a:bodyPr/>
          <a:p>
            <a:fld id="{4AE06B93-EE51-41B1-BF10-F90EDF105D2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4"/>
          </p:nvPr>
        </p:nvSpPr>
        <p:spPr/>
        <p:txBody>
          <a:bodyPr/>
          <a:p>
            <a:r>
              <a:rPr lang="en-IE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9"/>
          </p:nvPr>
        </p:nvSpPr>
        <p:spPr/>
        <p:txBody>
          <a:bodyPr/>
          <a:p>
            <a:fld id="{3A0308D2-7290-42B1-AAB0-03904764294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7"/>
          </p:nvPr>
        </p:nvSpPr>
        <p:spPr/>
        <p:txBody>
          <a:bodyPr/>
          <a:p>
            <a:r>
              <a:rPr lang="en-IE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2"/>
          </p:nvPr>
        </p:nvSpPr>
        <p:spPr/>
        <p:txBody>
          <a:bodyPr/>
          <a:p>
            <a:fld id="{45F459C9-B4C3-4486-B87D-83E47803308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0"/>
          </p:nvPr>
        </p:nvSpPr>
        <p:spPr/>
        <p:txBody>
          <a:bodyPr/>
          <a:p>
            <a:r>
              <a:rPr lang="en-IE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5"/>
          </p:nvPr>
        </p:nvSpPr>
        <p:spPr/>
        <p:txBody>
          <a:bodyPr/>
          <a:p>
            <a:fld id="{4B687D69-DFBA-4C01-A832-7CD39429832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3"/>
          </p:nvPr>
        </p:nvSpPr>
        <p:spPr/>
        <p:txBody>
          <a:bodyPr/>
          <a:p>
            <a:r>
              <a:rPr lang="en-IE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8"/>
          </p:nvPr>
        </p:nvSpPr>
        <p:spPr/>
        <p:txBody>
          <a:bodyPr/>
          <a:p>
            <a:fld id="{D2E94657-FFC8-4675-A4CC-713C8643C46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6"/>
          </p:nvPr>
        </p:nvSpPr>
        <p:spPr/>
        <p:txBody>
          <a:bodyPr/>
          <a:p>
            <a:r>
              <a:rPr lang="en-IE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1"/>
          </p:nvPr>
        </p:nvSpPr>
        <p:spPr/>
        <p:txBody>
          <a:bodyPr/>
          <a:p>
            <a:fld id="{2B9A726A-DD98-4246-B423-B029A88BD28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9"/>
          </p:nvPr>
        </p:nvSpPr>
        <p:spPr/>
        <p:txBody>
          <a:bodyPr/>
          <a:p>
            <a:r>
              <a:rPr lang="en-IE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4"/>
          </p:nvPr>
        </p:nvSpPr>
        <p:spPr/>
        <p:txBody>
          <a:bodyPr/>
          <a:p>
            <a:fld id="{2FC90A1D-5E5F-4A58-951E-F793E0D99D9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52"/>
          </p:nvPr>
        </p:nvSpPr>
        <p:spPr/>
        <p:txBody>
          <a:bodyPr/>
          <a:p>
            <a:r>
              <a:rPr lang="en-IE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7"/>
          </p:nvPr>
        </p:nvSpPr>
        <p:spPr/>
        <p:txBody>
          <a:bodyPr/>
          <a:p>
            <a:fld id="{1963CFA4-5291-4BCA-9898-0C706FB24A9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55"/>
          </p:nvPr>
        </p:nvSpPr>
        <p:spPr/>
        <p:txBody>
          <a:bodyPr/>
          <a:p>
            <a:r>
              <a:rPr lang="en-IE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0"/>
          </p:nvPr>
        </p:nvSpPr>
        <p:spPr/>
        <p:txBody>
          <a:bodyPr/>
          <a:p>
            <a:fld id="{B5DF11BE-CD6C-4BB9-9848-CC3BFF25EB8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58"/>
          </p:nvPr>
        </p:nvSpPr>
        <p:spPr/>
        <p:txBody>
          <a:bodyPr/>
          <a:p>
            <a:r>
              <a:rPr lang="en-IE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6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3"/>
          </p:nvPr>
        </p:nvSpPr>
        <p:spPr/>
        <p:txBody>
          <a:bodyPr/>
          <a:p>
            <a:fld id="{140D79F7-8C71-4336-A205-71D913EB683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1"/>
          </p:nvPr>
        </p:nvSpPr>
        <p:spPr/>
        <p:txBody>
          <a:bodyPr/>
          <a:p>
            <a:r>
              <a:rPr lang="en-IE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6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6"/>
          </p:nvPr>
        </p:nvSpPr>
        <p:spPr/>
        <p:txBody>
          <a:bodyPr/>
          <a:p>
            <a:fld id="{80A94067-0B86-4988-80DE-A1F3F3B44FD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4"/>
          </p:nvPr>
        </p:nvSpPr>
        <p:spPr/>
        <p:txBody>
          <a:bodyPr/>
          <a:p>
            <a:r>
              <a:rPr lang="en-IE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6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9"/>
          </p:nvPr>
        </p:nvSpPr>
        <p:spPr/>
        <p:txBody>
          <a:bodyPr/>
          <a:p>
            <a:fld id="{E11CDB99-7F45-41A0-AD6B-0DFDCB64C10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7"/>
          </p:nvPr>
        </p:nvSpPr>
        <p:spPr/>
        <p:txBody>
          <a:bodyPr/>
          <a:p>
            <a:r>
              <a:rPr lang="en-IE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72"/>
          </p:nvPr>
        </p:nvSpPr>
        <p:spPr/>
        <p:txBody>
          <a:bodyPr/>
          <a:p>
            <a:fld id="{D13D87B3-F1B3-48C1-A5DC-887D7F939AE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0"/>
          </p:nvPr>
        </p:nvSpPr>
        <p:spPr/>
        <p:txBody>
          <a:bodyPr/>
          <a:p>
            <a:r>
              <a:rPr lang="en-IE"/>
              <a:t/>
            </a: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75"/>
          </p:nvPr>
        </p:nvSpPr>
        <p:spPr/>
        <p:txBody>
          <a:bodyPr/>
          <a:p>
            <a:fld id="{F3620D50-EBF2-46E6-8E18-5620D5CE4BE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3"/>
          </p:nvPr>
        </p:nvSpPr>
        <p:spPr/>
        <p:txBody>
          <a:bodyPr/>
          <a:p>
            <a:r>
              <a:rPr lang="en-IE"/>
              <a:t/>
            </a: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78"/>
          </p:nvPr>
        </p:nvSpPr>
        <p:spPr/>
        <p:txBody>
          <a:bodyPr/>
          <a:p>
            <a:fld id="{9C83EB8B-97AA-4993-855E-888165CF78B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6"/>
          </p:nvPr>
        </p:nvSpPr>
        <p:spPr/>
        <p:txBody>
          <a:bodyPr/>
          <a:p>
            <a:r>
              <a:rPr lang="en-IE"/>
              <a:t/>
            </a: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1"/>
          </p:nvPr>
        </p:nvSpPr>
        <p:spPr/>
        <p:txBody>
          <a:bodyPr/>
          <a:p>
            <a:fld id="{256AEB42-DEE9-409F-9274-7D9F8860ED1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9"/>
          </p:nvPr>
        </p:nvSpPr>
        <p:spPr/>
        <p:txBody>
          <a:bodyPr/>
          <a:p>
            <a:r>
              <a:rPr lang="en-IE"/>
              <a:t/>
            </a: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4"/>
          </p:nvPr>
        </p:nvSpPr>
        <p:spPr/>
        <p:txBody>
          <a:bodyPr/>
          <a:p>
            <a:fld id="{567D56C2-D7C2-4BAA-A53C-A0039C877FE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82"/>
          </p:nvPr>
        </p:nvSpPr>
        <p:spPr/>
        <p:txBody>
          <a:bodyPr/>
          <a:p>
            <a:r>
              <a:rPr lang="en-IE"/>
              <a:t/>
            </a: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7"/>
          </p:nvPr>
        </p:nvSpPr>
        <p:spPr/>
        <p:txBody>
          <a:bodyPr/>
          <a:p>
            <a:fld id="{844A2368-8BA3-4015-919A-7CC1284BE8F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85"/>
          </p:nvPr>
        </p:nvSpPr>
        <p:spPr/>
        <p:txBody>
          <a:bodyPr/>
          <a:p>
            <a:r>
              <a:rPr lang="en-IE"/>
              <a:t/>
            </a: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0"/>
          </p:nvPr>
        </p:nvSpPr>
        <p:spPr/>
        <p:txBody>
          <a:bodyPr/>
          <a:p>
            <a:fld id="{0A8F557B-1D02-4EEB-ACB2-9C3E1A2E11F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88"/>
          </p:nvPr>
        </p:nvSpPr>
        <p:spPr/>
        <p:txBody>
          <a:bodyPr/>
          <a:p>
            <a:r>
              <a:rPr lang="en-IE"/>
              <a:t/>
            </a: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9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3"/>
          </p:nvPr>
        </p:nvSpPr>
        <p:spPr/>
        <p:txBody>
          <a:bodyPr/>
          <a:p>
            <a:fld id="{556AF91B-7F4A-42A5-A14A-F82CCD44C84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1"/>
          </p:nvPr>
        </p:nvSpPr>
        <p:spPr/>
        <p:txBody>
          <a:bodyPr/>
          <a:p>
            <a:r>
              <a:rPr lang="en-IE"/>
              <a:t/>
            </a: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9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6"/>
          </p:nvPr>
        </p:nvSpPr>
        <p:spPr/>
        <p:txBody>
          <a:bodyPr/>
          <a:p>
            <a:fld id="{5F801661-B221-40E7-9A2B-045C52E60F4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4"/>
          </p:nvPr>
        </p:nvSpPr>
        <p:spPr/>
        <p:txBody>
          <a:bodyPr/>
          <a:p>
            <a:r>
              <a:rPr lang="en-IE"/>
              <a:t/>
            </a: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Number Lar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9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9"/>
          </p:nvPr>
        </p:nvSpPr>
        <p:spPr/>
        <p:txBody>
          <a:bodyPr/>
          <a:p>
            <a:fld id="{50E4F769-FF63-4544-B06F-18DEDC17ABA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7"/>
          </p:nvPr>
        </p:nvSpPr>
        <p:spPr/>
        <p:txBody>
          <a:bodyPr/>
          <a:p>
            <a:r>
              <a:rPr lang="en-IE"/>
              <a:t/>
            </a: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0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02"/>
          </p:nvPr>
        </p:nvSpPr>
        <p:spPr/>
        <p:txBody>
          <a:bodyPr/>
          <a:p>
            <a:fld id="{BDB124A2-F1FB-4438-82D4-E8758A708BF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00"/>
          </p:nvPr>
        </p:nvSpPr>
        <p:spPr/>
        <p:txBody>
          <a:bodyPr/>
          <a:p>
            <a:r>
              <a:rPr lang="en-IE"/>
              <a:t/>
            </a: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Number Lar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0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05"/>
          </p:nvPr>
        </p:nvSpPr>
        <p:spPr/>
        <p:txBody>
          <a:bodyPr/>
          <a:p>
            <a:fld id="{4A3C7C63-F340-4390-BB07-14446045B9B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03"/>
          </p:nvPr>
        </p:nvSpPr>
        <p:spPr/>
        <p:txBody>
          <a:bodyPr/>
          <a:p>
            <a:r>
              <a:rPr lang="en-IE"/>
              <a:t/>
            </a: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0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08"/>
          </p:nvPr>
        </p:nvSpPr>
        <p:spPr/>
        <p:txBody>
          <a:bodyPr/>
          <a:p>
            <a:fld id="{A4E06C9D-651D-49A3-8135-EEB73E34D91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06"/>
          </p:nvPr>
        </p:nvSpPr>
        <p:spPr/>
        <p:txBody>
          <a:bodyPr/>
          <a:p>
            <a:r>
              <a:rPr lang="en-IE"/>
              <a:t/>
            </a: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11"/>
          </p:nvPr>
        </p:nvSpPr>
        <p:spPr/>
        <p:txBody>
          <a:bodyPr/>
          <a:p>
            <a:fld id="{B80D2E23-1283-44BC-A461-87A43554883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09"/>
          </p:nvPr>
        </p:nvSpPr>
        <p:spPr/>
        <p:txBody>
          <a:bodyPr/>
          <a:p>
            <a:r>
              <a:rPr lang="en-IE"/>
              <a:t/>
            </a:r>
          </a:p>
        </p:txBody>
      </p:sp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14"/>
          </p:nvPr>
        </p:nvSpPr>
        <p:spPr/>
        <p:txBody>
          <a:bodyPr/>
          <a:p>
            <a:fld id="{5970AB01-102E-42C1-97D9-C6B6FB2EF9F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12"/>
          </p:nvPr>
        </p:nvSpPr>
        <p:spPr/>
        <p:txBody>
          <a:bodyPr/>
          <a:p>
            <a:r>
              <a:rPr lang="en-IE"/>
              <a:t/>
            </a: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17"/>
          </p:nvPr>
        </p:nvSpPr>
        <p:spPr/>
        <p:txBody>
          <a:bodyPr/>
          <a:p>
            <a:fld id="{97BA22DA-9CF6-4E6A-B21D-1A44C71FA43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15"/>
          </p:nvPr>
        </p:nvSpPr>
        <p:spPr/>
        <p:txBody>
          <a:bodyPr/>
          <a:p>
            <a:r>
              <a:rPr lang="en-IE"/>
              <a:t/>
            </a: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20"/>
          </p:nvPr>
        </p:nvSpPr>
        <p:spPr/>
        <p:txBody>
          <a:bodyPr/>
          <a:p>
            <a:fld id="{AD64DE55-271A-4E55-B459-0A321EA061E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18"/>
          </p:nvPr>
        </p:nvSpPr>
        <p:spPr/>
        <p:txBody>
          <a:bodyPr/>
          <a:p>
            <a:r>
              <a:rPr lang="en-IE"/>
              <a:t/>
            </a: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23"/>
          </p:nvPr>
        </p:nvSpPr>
        <p:spPr/>
        <p:txBody>
          <a:bodyPr/>
          <a:p>
            <a:fld id="{4F738D8C-541A-4980-9552-F7285E87310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21"/>
          </p:nvPr>
        </p:nvSpPr>
        <p:spPr/>
        <p:txBody>
          <a:bodyPr/>
          <a:p>
            <a:r>
              <a:rPr lang="en-IE"/>
              <a:t/>
            </a: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26"/>
          </p:nvPr>
        </p:nvSpPr>
        <p:spPr/>
        <p:txBody>
          <a:bodyPr/>
          <a:p>
            <a:fld id="{F56C4AFB-E249-4970-958A-E16ED853782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24"/>
          </p:nvPr>
        </p:nvSpPr>
        <p:spPr/>
        <p:txBody>
          <a:bodyPr/>
          <a:p>
            <a:r>
              <a:rPr lang="en-IE"/>
              <a:t/>
            </a: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29"/>
          </p:nvPr>
        </p:nvSpPr>
        <p:spPr/>
        <p:txBody>
          <a:bodyPr/>
          <a:p>
            <a:fld id="{7B34E2C5-8C42-4F09-A088-802A9EB897E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27"/>
          </p:nvPr>
        </p:nvSpPr>
        <p:spPr/>
        <p:txBody>
          <a:bodyPr/>
          <a:p>
            <a:r>
              <a:rPr lang="en-IE"/>
              <a:t/>
            </a: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32"/>
          </p:nvPr>
        </p:nvSpPr>
        <p:spPr/>
        <p:txBody>
          <a:bodyPr/>
          <a:p>
            <a:fld id="{0ABA0199-5509-449F-9DC4-02FE4844503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0"/>
          </p:nvPr>
        </p:nvSpPr>
        <p:spPr/>
        <p:txBody>
          <a:bodyPr/>
          <a:p>
            <a:r>
              <a:rPr lang="en-IE"/>
              <a:t/>
            </a: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PlaceHolder 1"/>
          <p:cNvSpPr>
            <a:spLocks noGrp="1"/>
          </p:cNvSpPr>
          <p:nvPr>
            <p:ph type="title"/>
          </p:nvPr>
        </p:nvSpPr>
        <p:spPr>
          <a:xfrm>
            <a:off x="612720" y="548640"/>
            <a:ext cx="4672080" cy="145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Poppins Light"/>
            </a:endParaRPr>
          </a:p>
        </p:txBody>
      </p:sp>
      <p:sp>
        <p:nvSpPr>
          <p:cNvPr id="288" name="PlaceHolder 2"/>
          <p:cNvSpPr>
            <a:spLocks noGrp="1"/>
          </p:cNvSpPr>
          <p:nvPr>
            <p:ph type="subTitle"/>
          </p:nvPr>
        </p:nvSpPr>
        <p:spPr>
          <a:xfrm>
            <a:off x="873720" y="2485440"/>
            <a:ext cx="3632760" cy="3632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E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3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35"/>
          </p:nvPr>
        </p:nvSpPr>
        <p:spPr/>
        <p:txBody>
          <a:bodyPr/>
          <a:p>
            <a:fld id="{887A708C-5953-4805-AF63-F0D6E33E5E7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33"/>
          </p:nvPr>
        </p:nvSpPr>
        <p:spPr/>
        <p:txBody>
          <a:bodyPr/>
          <a:p>
            <a:r>
              <a:rPr lang="en-IE"/>
              <a:t/>
            </a: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38"/>
          </p:nvPr>
        </p:nvSpPr>
        <p:spPr/>
        <p:txBody>
          <a:bodyPr/>
          <a:p>
            <a:fld id="{FB04987B-2B74-4771-98E3-225B593AD32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6"/>
          </p:nvPr>
        </p:nvSpPr>
        <p:spPr/>
        <p:txBody>
          <a:bodyPr/>
          <a:p>
            <a:r>
              <a:rPr lang="en-IE"/>
              <a:t/>
            </a: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1"/>
          </p:nvPr>
        </p:nvSpPr>
        <p:spPr/>
        <p:txBody>
          <a:bodyPr/>
          <a:p>
            <a:fld id="{3C583304-8AFA-470A-9F50-32AA0061C3D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9"/>
          </p:nvPr>
        </p:nvSpPr>
        <p:spPr/>
        <p:txBody>
          <a:bodyPr/>
          <a:p>
            <a:r>
              <a:rPr lang="en-IE"/>
              <a:t/>
            </a: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4"/>
          </p:nvPr>
        </p:nvSpPr>
        <p:spPr/>
        <p:txBody>
          <a:bodyPr/>
          <a:p>
            <a:fld id="{3D722CB9-2288-4227-9A93-5240F658C1E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42"/>
          </p:nvPr>
        </p:nvSpPr>
        <p:spPr/>
        <p:txBody>
          <a:bodyPr/>
          <a:p>
            <a:r>
              <a:rPr lang="en-IE"/>
              <a:t/>
            </a:r>
          </a:p>
        </p:txBody>
      </p:sp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7"/>
          </p:nvPr>
        </p:nvSpPr>
        <p:spPr/>
        <p:txBody>
          <a:bodyPr/>
          <a:p>
            <a:fld id="{95D208FD-29FB-4375-BB31-90B13E17B3B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45"/>
          </p:nvPr>
        </p:nvSpPr>
        <p:spPr/>
        <p:txBody>
          <a:bodyPr/>
          <a:p>
            <a:r>
              <a:rPr lang="en-IE"/>
              <a:t/>
            </a:r>
          </a:p>
        </p:txBody>
      </p:sp>
    </p:spTree>
  </p:cSld>
</p:sldLayout>
</file>

<file path=ppt/slideLayouts/slideLayout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PlaceHolder 1"/>
          <p:cNvSpPr>
            <a:spLocks noGrp="1"/>
          </p:cNvSpPr>
          <p:nvPr>
            <p:ph type="title"/>
          </p:nvPr>
        </p:nvSpPr>
        <p:spPr>
          <a:xfrm>
            <a:off x="612720" y="548640"/>
            <a:ext cx="4672080" cy="145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Poppins Light"/>
            </a:endParaRPr>
          </a:p>
        </p:txBody>
      </p:sp>
      <p:sp>
        <p:nvSpPr>
          <p:cNvPr id="319" name="PlaceHolder 2"/>
          <p:cNvSpPr>
            <a:spLocks noGrp="1"/>
          </p:cNvSpPr>
          <p:nvPr>
            <p:ph type="subTitle"/>
          </p:nvPr>
        </p:nvSpPr>
        <p:spPr>
          <a:xfrm>
            <a:off x="873720" y="2485440"/>
            <a:ext cx="3632760" cy="3632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E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4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50"/>
          </p:nvPr>
        </p:nvSpPr>
        <p:spPr/>
        <p:txBody>
          <a:bodyPr/>
          <a:p>
            <a:fld id="{5D11CDC3-1BF9-48FD-9D81-5320ABDD47D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48"/>
          </p:nvPr>
        </p:nvSpPr>
        <p:spPr/>
        <p:txBody>
          <a:bodyPr/>
          <a:p>
            <a:r>
              <a:rPr lang="en-IE"/>
              <a:t/>
            </a:r>
          </a:p>
        </p:txBody>
      </p:sp>
    </p:spTree>
  </p:cSld>
</p:sldLayout>
</file>

<file path=ppt/slideLayouts/slideLayout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PlaceHolder 1"/>
          <p:cNvSpPr>
            <a:spLocks noGrp="1"/>
          </p:cNvSpPr>
          <p:nvPr>
            <p:ph type="title"/>
          </p:nvPr>
        </p:nvSpPr>
        <p:spPr>
          <a:xfrm>
            <a:off x="612720" y="548640"/>
            <a:ext cx="4672080" cy="1453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Poppins Light"/>
            </a:endParaRPr>
          </a:p>
        </p:txBody>
      </p:sp>
      <p:sp>
        <p:nvSpPr>
          <p:cNvPr id="326" name="PlaceHolder 2"/>
          <p:cNvSpPr>
            <a:spLocks noGrp="1"/>
          </p:cNvSpPr>
          <p:nvPr>
            <p:ph type="subTitle"/>
          </p:nvPr>
        </p:nvSpPr>
        <p:spPr>
          <a:xfrm>
            <a:off x="873720" y="2485440"/>
            <a:ext cx="3632760" cy="3632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E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5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53"/>
          </p:nvPr>
        </p:nvSpPr>
        <p:spPr/>
        <p:txBody>
          <a:bodyPr/>
          <a:p>
            <a:fld id="{282163F1-75FD-4466-B1D3-D98DC02506F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51"/>
          </p:nvPr>
        </p:nvSpPr>
        <p:spPr/>
        <p:txBody>
          <a:bodyPr/>
          <a:p>
            <a:r>
              <a:rPr lang="en-IE"/>
              <a:t/>
            </a:r>
          </a:p>
        </p:txBody>
      </p:sp>
    </p:spTree>
  </p:cSld>
</p:sldLayout>
</file>

<file path=ppt/slideLayouts/slideLayout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5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6"/>
          </p:nvPr>
        </p:nvSpPr>
        <p:spPr/>
        <p:txBody>
          <a:bodyPr/>
          <a:p>
            <a:fld id="{1638C68C-485F-4448-B176-AF42C33791A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4"/>
          </p:nvPr>
        </p:nvSpPr>
        <p:spPr/>
        <p:txBody>
          <a:bodyPr/>
          <a:p>
            <a:r>
              <a:rPr lang="en-IE"/>
              <a:t/>
            </a:r>
          </a:p>
        </p:txBody>
      </p:sp>
    </p:spTree>
  </p:cSld>
</p:sldLayout>
</file>

<file path=ppt/slideLayouts/slideLayout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5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9"/>
          </p:nvPr>
        </p:nvSpPr>
        <p:spPr/>
        <p:txBody>
          <a:bodyPr/>
          <a:p>
            <a:fld id="{3755A734-1EC6-46E3-A9A4-A5E6DAD998E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7"/>
          </p:nvPr>
        </p:nvSpPr>
        <p:spPr/>
        <p:txBody>
          <a:bodyPr/>
          <a:p>
            <a:r>
              <a:rPr lang="en-IE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3.jpeg"/><Relationship Id="rId3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image" Target="../media/image4.jpeg"/><Relationship Id="rId3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image" Target="../media/image5.jpeg"/><Relationship Id="rId3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image" Target="../media/image6.jpeg"/><Relationship Id="rId3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image" Target="../media/image7.jpeg"/><Relationship Id="rId3" Type="http://schemas.openxmlformats.org/officeDocument/2006/relationships/slideLayout" Target="../slideLayouts/slideLayout15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image" Target="../media/image8.jpeg"/><Relationship Id="rId3" Type="http://schemas.openxmlformats.org/officeDocument/2006/relationships/slideLayout" Target="../slideLayouts/slideLayout16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image" Target="../media/image9.jpeg"/><Relationship Id="rId3" Type="http://schemas.openxmlformats.org/officeDocument/2006/relationships/slideLayout" Target="../slideLayouts/slideLayout17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image" Target="../media/image10.jpeg"/><Relationship Id="rId3" Type="http://schemas.openxmlformats.org/officeDocument/2006/relationships/slideLayout" Target="../slideLayouts/slideLayout18.xml"/>
</Relationships>
</file>

<file path=ppt/slideMasters/_rels/slideMaster19.xml.rels><?xml version="1.0" encoding="UTF-8"?>
<Relationships xmlns="http://schemas.openxmlformats.org/package/2006/relationships"><Relationship Id="rId1" Type="http://schemas.openxmlformats.org/officeDocument/2006/relationships/theme" Target="../theme/theme19.xml"/><Relationship Id="rId2" Type="http://schemas.openxmlformats.org/officeDocument/2006/relationships/image" Target="../media/image9.jpeg"/><Relationship Id="rId3" Type="http://schemas.openxmlformats.org/officeDocument/2006/relationships/slideLayout" Target="../slideLayouts/slideLayout19.xml"/>
</Relationships>
</file>

<file path=ppt/slideMasters/_rels/slideMaster20.xml.rels><?xml version="1.0" encoding="UTF-8"?>
<Relationships xmlns="http://schemas.openxmlformats.org/package/2006/relationships"><Relationship Id="rId1" Type="http://schemas.openxmlformats.org/officeDocument/2006/relationships/theme" Target="../theme/theme20.xml"/><Relationship Id="rId2" Type="http://schemas.openxmlformats.org/officeDocument/2006/relationships/image" Target="../media/image11.jpeg"/><Relationship Id="rId3" Type="http://schemas.openxmlformats.org/officeDocument/2006/relationships/slideLayout" Target="../slideLayouts/slideLayout20.xml"/>
</Relationships>
</file>

<file path=ppt/slideMasters/_rels/slideMaster21.xml.rels><?xml version="1.0" encoding="UTF-8"?>
<Relationships xmlns="http://schemas.openxmlformats.org/package/2006/relationships"><Relationship Id="rId1" Type="http://schemas.openxmlformats.org/officeDocument/2006/relationships/theme" Target="../theme/theme21.xml"/><Relationship Id="rId2" Type="http://schemas.openxmlformats.org/officeDocument/2006/relationships/image" Target="../media/image12.jpeg"/><Relationship Id="rId3" Type="http://schemas.openxmlformats.org/officeDocument/2006/relationships/slideLayout" Target="../slideLayouts/slideLayout21.xml"/>
</Relationships>
</file>

<file path=ppt/slideMasters/_rels/slideMaster22.xml.rels><?xml version="1.0" encoding="UTF-8"?>
<Relationships xmlns="http://schemas.openxmlformats.org/package/2006/relationships"><Relationship Id="rId1" Type="http://schemas.openxmlformats.org/officeDocument/2006/relationships/theme" Target="../theme/theme22.xml"/><Relationship Id="rId2" Type="http://schemas.openxmlformats.org/officeDocument/2006/relationships/image" Target="../media/image13.jpeg"/><Relationship Id="rId3" Type="http://schemas.openxmlformats.org/officeDocument/2006/relationships/slideLayout" Target="../slideLayouts/slideLayout22.xml"/>
</Relationships>
</file>

<file path=ppt/slideMasters/_rels/slideMaster23.xml.rels><?xml version="1.0" encoding="UTF-8"?>
<Relationships xmlns="http://schemas.openxmlformats.org/package/2006/relationships"><Relationship Id="rId1" Type="http://schemas.openxmlformats.org/officeDocument/2006/relationships/theme" Target="../theme/theme23.xml"/><Relationship Id="rId2" Type="http://schemas.openxmlformats.org/officeDocument/2006/relationships/image" Target="../media/image8.jpeg"/><Relationship Id="rId3" Type="http://schemas.openxmlformats.org/officeDocument/2006/relationships/slideLayout" Target="../slideLayouts/slideLayout23.xml"/>
</Relationships>
</file>

<file path=ppt/slideMasters/_rels/slideMaster24.xml.rels><?xml version="1.0" encoding="UTF-8"?>
<Relationships xmlns="http://schemas.openxmlformats.org/package/2006/relationships"><Relationship Id="rId1" Type="http://schemas.openxmlformats.org/officeDocument/2006/relationships/theme" Target="../theme/theme24.xml"/><Relationship Id="rId2" Type="http://schemas.openxmlformats.org/officeDocument/2006/relationships/image" Target="../media/image14.jpeg"/><Relationship Id="rId3" Type="http://schemas.openxmlformats.org/officeDocument/2006/relationships/slideLayout" Target="../slideLayouts/slideLayout24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25.xml"/><Relationship Id="rId2" Type="http://schemas.openxmlformats.org/officeDocument/2006/relationships/image" Target="../media/image15.jpeg"/><Relationship Id="rId3" Type="http://schemas.openxmlformats.org/officeDocument/2006/relationships/slideLayout" Target="../slideLayouts/slideLayout25.xml"/>
</Relationships>
</file>

<file path=ppt/slideMasters/_rels/slideMaster26.xml.rels><?xml version="1.0" encoding="UTF-8"?>
<Relationships xmlns="http://schemas.openxmlformats.org/package/2006/relationships"><Relationship Id="rId1" Type="http://schemas.openxmlformats.org/officeDocument/2006/relationships/theme" Target="../theme/theme26.xml"/><Relationship Id="rId2" Type="http://schemas.openxmlformats.org/officeDocument/2006/relationships/image" Target="../media/image15.jpeg"/><Relationship Id="rId3" Type="http://schemas.openxmlformats.org/officeDocument/2006/relationships/slideLayout" Target="../slideLayouts/slideLayout26.xml"/>
</Relationships>
</file>

<file path=ppt/slideMasters/_rels/slideMaster27.xml.rels><?xml version="1.0" encoding="UTF-8"?>
<Relationships xmlns="http://schemas.openxmlformats.org/package/2006/relationships"><Relationship Id="rId1" Type="http://schemas.openxmlformats.org/officeDocument/2006/relationships/theme" Target="../theme/theme27.xml"/><Relationship Id="rId2" Type="http://schemas.openxmlformats.org/officeDocument/2006/relationships/image" Target="../media/image16.png"/><Relationship Id="rId3" Type="http://schemas.openxmlformats.org/officeDocument/2006/relationships/image" Target="../media/image17.jpeg"/><Relationship Id="rId4" Type="http://schemas.openxmlformats.org/officeDocument/2006/relationships/slideLayout" Target="../slideLayouts/slideLayout27.xml"/>
</Relationships>
</file>

<file path=ppt/slideMasters/_rels/slideMaster28.xml.rels><?xml version="1.0" encoding="UTF-8"?>
<Relationships xmlns="http://schemas.openxmlformats.org/package/2006/relationships"><Relationship Id="rId1" Type="http://schemas.openxmlformats.org/officeDocument/2006/relationships/theme" Target="../theme/theme28.xml"/><Relationship Id="rId2" Type="http://schemas.openxmlformats.org/officeDocument/2006/relationships/image" Target="../media/image16.png"/><Relationship Id="rId3" Type="http://schemas.openxmlformats.org/officeDocument/2006/relationships/image" Target="../media/image17.jpeg"/><Relationship Id="rId4" Type="http://schemas.openxmlformats.org/officeDocument/2006/relationships/slideLayout" Target="../slideLayouts/slideLayout28.xml"/>
</Relationships>
</file>

<file path=ppt/slideMasters/_rels/slideMaster29.xml.rels><?xml version="1.0" encoding="UTF-8"?>
<Relationships xmlns="http://schemas.openxmlformats.org/package/2006/relationships"><Relationship Id="rId1" Type="http://schemas.openxmlformats.org/officeDocument/2006/relationships/theme" Target="../theme/theme29.xml"/><Relationship Id="rId2" Type="http://schemas.openxmlformats.org/officeDocument/2006/relationships/image" Target="../media/image16.png"/><Relationship Id="rId3" Type="http://schemas.openxmlformats.org/officeDocument/2006/relationships/image" Target="../media/image17.jpeg"/><Relationship Id="rId4" Type="http://schemas.openxmlformats.org/officeDocument/2006/relationships/slideLayout" Target="../slideLayouts/slideLayout29.xml"/>
</Relationships>
</file>

<file path=ppt/slideMasters/_rels/slideMaster30.xml.rels><?xml version="1.0" encoding="UTF-8"?>
<Relationships xmlns="http://schemas.openxmlformats.org/package/2006/relationships"><Relationship Id="rId1" Type="http://schemas.openxmlformats.org/officeDocument/2006/relationships/theme" Target="../theme/theme30.xml"/><Relationship Id="rId2" Type="http://schemas.openxmlformats.org/officeDocument/2006/relationships/image" Target="../media/image16.png"/><Relationship Id="rId3" Type="http://schemas.openxmlformats.org/officeDocument/2006/relationships/image" Target="../media/image17.jpeg"/><Relationship Id="rId4" Type="http://schemas.openxmlformats.org/officeDocument/2006/relationships/slideLayout" Target="../slideLayouts/slideLayout30.xml"/>
</Relationships>
</file>

<file path=ppt/slideMasters/_rels/slideMaster31.xml.rels><?xml version="1.0" encoding="UTF-8"?>
<Relationships xmlns="http://schemas.openxmlformats.org/package/2006/relationships"><Relationship Id="rId1" Type="http://schemas.openxmlformats.org/officeDocument/2006/relationships/theme" Target="../theme/theme31.xml"/><Relationship Id="rId2" Type="http://schemas.openxmlformats.org/officeDocument/2006/relationships/image" Target="../media/image16.png"/><Relationship Id="rId3" Type="http://schemas.openxmlformats.org/officeDocument/2006/relationships/image" Target="../media/image17.jpeg"/><Relationship Id="rId4" Type="http://schemas.openxmlformats.org/officeDocument/2006/relationships/slideLayout" Target="../slideLayouts/slideLayout31.xml"/>
</Relationships>
</file>

<file path=ppt/slideMasters/_rels/slideMaster32.xml.rels><?xml version="1.0" encoding="UTF-8"?>
<Relationships xmlns="http://schemas.openxmlformats.org/package/2006/relationships"><Relationship Id="rId1" Type="http://schemas.openxmlformats.org/officeDocument/2006/relationships/theme" Target="../theme/theme32.xml"/><Relationship Id="rId2" Type="http://schemas.openxmlformats.org/officeDocument/2006/relationships/slideLayout" Target="../slideLayouts/slideLayout32.xml"/>
</Relationships>
</file>

<file path=ppt/slideMasters/_rels/slideMaster33.xml.rels><?xml version="1.0" encoding="UTF-8"?>
<Relationships xmlns="http://schemas.openxmlformats.org/package/2006/relationships"><Relationship Id="rId1" Type="http://schemas.openxmlformats.org/officeDocument/2006/relationships/theme" Target="../theme/theme33.xml"/><Relationship Id="rId2" Type="http://schemas.openxmlformats.org/officeDocument/2006/relationships/slideLayout" Target="../slideLayouts/slideLayout33.xml"/>
</Relationships>
</file>

<file path=ppt/slideMasters/_rels/slideMaster34.xml.rels><?xml version="1.0" encoding="UTF-8"?>
<Relationships xmlns="http://schemas.openxmlformats.org/package/2006/relationships"><Relationship Id="rId1" Type="http://schemas.openxmlformats.org/officeDocument/2006/relationships/theme" Target="../theme/theme34.xml"/><Relationship Id="rId2" Type="http://schemas.openxmlformats.org/officeDocument/2006/relationships/image" Target="../media/image8.jpeg"/><Relationship Id="rId3" Type="http://schemas.openxmlformats.org/officeDocument/2006/relationships/slideLayout" Target="../slideLayouts/slideLayout34.xml"/>
</Relationships>
</file>

<file path=ppt/slideMasters/_rels/slideMaster35.xml.rels><?xml version="1.0" encoding="UTF-8"?>
<Relationships xmlns="http://schemas.openxmlformats.org/package/2006/relationships"><Relationship Id="rId1" Type="http://schemas.openxmlformats.org/officeDocument/2006/relationships/theme" Target="../theme/theme35.xml"/><Relationship Id="rId2" Type="http://schemas.openxmlformats.org/officeDocument/2006/relationships/slideLayout" Target="../slideLayouts/slideLayout35.xml"/>
</Relationships>
</file>

<file path=ppt/slideMasters/_rels/slideMaster36.xml.rels><?xml version="1.0" encoding="UTF-8"?>
<Relationships xmlns="http://schemas.openxmlformats.org/package/2006/relationships"><Relationship Id="rId1" Type="http://schemas.openxmlformats.org/officeDocument/2006/relationships/theme" Target="../theme/theme36.xml"/><Relationship Id="rId2" Type="http://schemas.openxmlformats.org/officeDocument/2006/relationships/slideLayout" Target="../slideLayouts/slideLayout36.xml"/>
</Relationships>
</file>

<file path=ppt/slideMasters/_rels/slideMaster37.xml.rels><?xml version="1.0" encoding="UTF-8"?>
<Relationships xmlns="http://schemas.openxmlformats.org/package/2006/relationships"><Relationship Id="rId1" Type="http://schemas.openxmlformats.org/officeDocument/2006/relationships/theme" Target="../theme/theme37.xml"/><Relationship Id="rId2" Type="http://schemas.openxmlformats.org/officeDocument/2006/relationships/slideLayout" Target="../slideLayouts/slideLayout37.xml"/>
</Relationships>
</file>

<file path=ppt/slideMasters/_rels/slideMaster38.xml.rels><?xml version="1.0" encoding="UTF-8"?>
<Relationships xmlns="http://schemas.openxmlformats.org/package/2006/relationships"><Relationship Id="rId1" Type="http://schemas.openxmlformats.org/officeDocument/2006/relationships/theme" Target="../theme/theme38.xml"/><Relationship Id="rId2" Type="http://schemas.openxmlformats.org/officeDocument/2006/relationships/slideLayout" Target="../slideLayouts/slideLayout38.xml"/>
</Relationships>
</file>

<file path=ppt/slideMasters/_rels/slideMaster39.xml.rels><?xml version="1.0" encoding="UTF-8"?>
<Relationships xmlns="http://schemas.openxmlformats.org/package/2006/relationships"><Relationship Id="rId1" Type="http://schemas.openxmlformats.org/officeDocument/2006/relationships/theme" Target="../theme/theme39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39.xml"/>
</Relationships>
</file>

<file path=ppt/slideMasters/_rels/slideMaster40.xml.rels><?xml version="1.0" encoding="UTF-8"?>
<Relationships xmlns="http://schemas.openxmlformats.org/package/2006/relationships"><Relationship Id="rId1" Type="http://schemas.openxmlformats.org/officeDocument/2006/relationships/theme" Target="../theme/theme40.xml"/><Relationship Id="rId2" Type="http://schemas.openxmlformats.org/officeDocument/2006/relationships/slideLayout" Target="../slideLayouts/slideLayout40.xml"/>
</Relationships>
</file>

<file path=ppt/slideMasters/_rels/slideMaster41.xml.rels><?xml version="1.0" encoding="UTF-8"?>
<Relationships xmlns="http://schemas.openxmlformats.org/package/2006/relationships"><Relationship Id="rId1" Type="http://schemas.openxmlformats.org/officeDocument/2006/relationships/theme" Target="../theme/theme41.xml"/><Relationship Id="rId2" Type="http://schemas.openxmlformats.org/officeDocument/2006/relationships/slideLayout" Target="../slideLayouts/slideLayout41.xml"/>
</Relationships>
</file>

<file path=ppt/slideMasters/_rels/slideMaster42.xml.rels><?xml version="1.0" encoding="UTF-8"?>
<Relationships xmlns="http://schemas.openxmlformats.org/package/2006/relationships"><Relationship Id="rId1" Type="http://schemas.openxmlformats.org/officeDocument/2006/relationships/theme" Target="../theme/theme42.xml"/><Relationship Id="rId2" Type="http://schemas.openxmlformats.org/officeDocument/2006/relationships/slideLayout" Target="../slideLayouts/slideLayout42.xml"/>
</Relationships>
</file>

<file path=ppt/slideMasters/_rels/slideMaster43.xml.rels><?xml version="1.0" encoding="UTF-8"?>
<Relationships xmlns="http://schemas.openxmlformats.org/package/2006/relationships"><Relationship Id="rId1" Type="http://schemas.openxmlformats.org/officeDocument/2006/relationships/theme" Target="../theme/theme43.xml"/><Relationship Id="rId2" Type="http://schemas.openxmlformats.org/officeDocument/2006/relationships/slideLayout" Target="../slideLayouts/slideLayout43.xml"/>
</Relationships>
</file>

<file path=ppt/slideMasters/_rels/slideMaster44.xml.rels><?xml version="1.0" encoding="UTF-8"?>
<Relationships xmlns="http://schemas.openxmlformats.org/package/2006/relationships"><Relationship Id="rId1" Type="http://schemas.openxmlformats.org/officeDocument/2006/relationships/theme" Target="../theme/theme44.xml"/><Relationship Id="rId2" Type="http://schemas.openxmlformats.org/officeDocument/2006/relationships/slideLayout" Target="../slideLayouts/slideLayout44.xml"/>
</Relationships>
</file>

<file path=ppt/slideMasters/_rels/slideMaster45.xml.rels><?xml version="1.0" encoding="UTF-8"?>
<Relationships xmlns="http://schemas.openxmlformats.org/package/2006/relationships"><Relationship Id="rId1" Type="http://schemas.openxmlformats.org/officeDocument/2006/relationships/theme" Target="../theme/theme45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45.xml"/>
</Relationships>
</file>

<file path=ppt/slideMasters/_rels/slideMaster46.xml.rels><?xml version="1.0" encoding="UTF-8"?>
<Relationships xmlns="http://schemas.openxmlformats.org/package/2006/relationships"><Relationship Id="rId1" Type="http://schemas.openxmlformats.org/officeDocument/2006/relationships/theme" Target="../theme/theme46.xml"/><Relationship Id="rId2" Type="http://schemas.openxmlformats.org/officeDocument/2006/relationships/slideLayout" Target="../slideLayouts/slideLayout46.xml"/>
</Relationships>
</file>

<file path=ppt/slideMasters/_rels/slideMaster47.xml.rels><?xml version="1.0" encoding="UTF-8"?>
<Relationships xmlns="http://schemas.openxmlformats.org/package/2006/relationships"><Relationship Id="rId1" Type="http://schemas.openxmlformats.org/officeDocument/2006/relationships/theme" Target="../theme/theme47.xml"/><Relationship Id="rId2" Type="http://schemas.openxmlformats.org/officeDocument/2006/relationships/slideLayout" Target="../slideLayouts/slideLayout47.xml"/>
</Relationships>
</file>

<file path=ppt/slideMasters/_rels/slideMaster48.xml.rels><?xml version="1.0" encoding="UTF-8"?>
<Relationships xmlns="http://schemas.openxmlformats.org/package/2006/relationships"><Relationship Id="rId1" Type="http://schemas.openxmlformats.org/officeDocument/2006/relationships/theme" Target="../theme/theme48.xml"/><Relationship Id="rId2" Type="http://schemas.openxmlformats.org/officeDocument/2006/relationships/slideLayout" Target="../slideLayouts/slideLayout48.xml"/>
</Relationships>
</file>

<file path=ppt/slideMasters/_rels/slideMaster49.xml.rels><?xml version="1.0" encoding="UTF-8"?>
<Relationships xmlns="http://schemas.openxmlformats.org/package/2006/relationships"><Relationship Id="rId1" Type="http://schemas.openxmlformats.org/officeDocument/2006/relationships/theme" Target="../theme/theme49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49.xml"/>
</Relationships>
</file>

<file path=ppt/slideMasters/_rels/slideMaster50.xml.rels><?xml version="1.0" encoding="UTF-8"?>
<Relationships xmlns="http://schemas.openxmlformats.org/package/2006/relationships"><Relationship Id="rId1" Type="http://schemas.openxmlformats.org/officeDocument/2006/relationships/theme" Target="../theme/theme50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50.xml"/>
</Relationships>
</file>

<file path=ppt/slideMasters/_rels/slideMaster51.xml.rels><?xml version="1.0" encoding="UTF-8"?>
<Relationships xmlns="http://schemas.openxmlformats.org/package/2006/relationships"><Relationship Id="rId1" Type="http://schemas.openxmlformats.org/officeDocument/2006/relationships/theme" Target="../theme/theme51.xml"/><Relationship Id="rId2" Type="http://schemas.openxmlformats.org/officeDocument/2006/relationships/image" Target="../media/image18.png"/><Relationship Id="rId3" Type="http://schemas.openxmlformats.org/officeDocument/2006/relationships/slideLayout" Target="../slideLayouts/slideLayout51.xml"/>
</Relationships>
</file>

<file path=ppt/slideMasters/_rels/slideMaster52.xml.rels><?xml version="1.0" encoding="UTF-8"?>
<Relationships xmlns="http://schemas.openxmlformats.org/package/2006/relationships"><Relationship Id="rId1" Type="http://schemas.openxmlformats.org/officeDocument/2006/relationships/theme" Target="../theme/theme52.xml"/><Relationship Id="rId2" Type="http://schemas.openxmlformats.org/officeDocument/2006/relationships/image" Target="../media/image18.png"/><Relationship Id="rId3" Type="http://schemas.openxmlformats.org/officeDocument/2006/relationships/slideLayout" Target="../slideLayouts/slideLayout52.xml"/>
</Relationships>
</file>

<file path=ppt/slideMasters/_rels/slideMaster53.xml.rels><?xml version="1.0" encoding="UTF-8"?>
<Relationships xmlns="http://schemas.openxmlformats.org/package/2006/relationships"><Relationship Id="rId1" Type="http://schemas.openxmlformats.org/officeDocument/2006/relationships/theme" Target="../theme/theme53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5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365760" y="5218200"/>
            <a:ext cx="11460240" cy="785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80000"/>
              </a:lnSpc>
              <a:buNone/>
            </a:pPr>
            <a:r>
              <a:rPr b="0" lang="en-US" sz="4000" spc="49" strike="noStrike" cap="all">
                <a:solidFill>
                  <a:schemeClr val="dk1"/>
                </a:solidFill>
                <a:latin typeface="Lora"/>
              </a:rPr>
              <a:t>Click to edit Master </a:t>
            </a:r>
            <a:r>
              <a:rPr b="0" lang="en-US" sz="4000" spc="49" strike="noStrike" cap="all">
                <a:solidFill>
                  <a:schemeClr val="dk1"/>
                </a:solidFill>
                <a:latin typeface="Lora"/>
              </a:rPr>
              <a:t>title style</a:t>
            </a:r>
            <a:endParaRPr b="0" lang="en-US" sz="4000" spc="-1" strike="noStrike">
              <a:solidFill>
                <a:schemeClr val="dk1"/>
              </a:solidFill>
              <a:latin typeface="Poppins Light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12191760" cy="4986000"/>
          </a:xfrm>
          <a:prstGeom prst="rect">
            <a:avLst/>
          </a:prstGeom>
          <a:blipFill rotWithShape="0">
            <a:blip r:embed="rId2">
              <a:alphaModFix amt="70000"/>
            </a:blip>
            <a:stretch/>
          </a:blipFill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Poppins Light"/>
              </a:rPr>
              <a:t>Click icon to add picture</a:t>
            </a:r>
            <a:endParaRPr b="0" lang="en-US" sz="1800" spc="-1" strike="noStrike">
              <a:solidFill>
                <a:schemeClr val="dk1"/>
              </a:solidFill>
              <a:latin typeface="Poppins Light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347040" y="6530040"/>
            <a:ext cx="3283920" cy="32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dk1"/>
                </a:solidFill>
                <a:latin typeface="Poppins Light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/>
                </a:solidFill>
                <a:latin typeface="Poppins Light"/>
              </a:rPr>
              <a:t>&lt;date/time&gt;</a:t>
            </a:r>
            <a:endParaRPr b="0" lang="en-IE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8660160" y="6530040"/>
            <a:ext cx="2805120" cy="32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dk1"/>
                </a:solidFill>
                <a:latin typeface="Poppins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/>
                </a:solidFill>
                <a:latin typeface="Poppins Light"/>
              </a:rPr>
              <a:t>&lt;footer&gt;</a:t>
            </a:r>
            <a:endParaRPr b="0" lang="en-IE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11415600" y="6530040"/>
            <a:ext cx="428760" cy="32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dk1"/>
                </a:solidFill>
                <a:latin typeface="Poppins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E995D46-D96D-4D03-89AC-CC554C837D51}" type="slidenum">
              <a:rPr b="0" lang="en-US" sz="900" spc="-1" strike="noStrike">
                <a:solidFill>
                  <a:schemeClr val="dk1"/>
                </a:solidFill>
                <a:latin typeface="Poppins Light"/>
              </a:rPr>
              <a:t>&lt;number&gt;</a:t>
            </a:fld>
            <a:endParaRPr b="0" lang="en-IE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" descr="A purple circle with black background&#10;&#10;AI-generated content may be incorrect."/>
          <p:cNvPicPr/>
          <p:nvPr/>
        </p:nvPicPr>
        <p:blipFill>
          <a:blip r:embed="rId2"/>
          <a:srcRect l="12178" t="0" r="0" b="16684"/>
          <a:stretch/>
        </p:blipFill>
        <p:spPr>
          <a:xfrm>
            <a:off x="0" y="2754000"/>
            <a:ext cx="4325400" cy="4103640"/>
          </a:xfrm>
          <a:prstGeom prst="rect">
            <a:avLst/>
          </a:prstGeom>
          <a:ln w="0">
            <a:noFill/>
          </a:ln>
        </p:spPr>
      </p:pic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1450440" y="990720"/>
            <a:ext cx="9145800" cy="3629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80000"/>
              </a:lnSpc>
              <a:buNone/>
            </a:pPr>
            <a:r>
              <a:rPr b="0" lang="en-US" sz="6500" spc="49" strike="noStrike" cap="all">
                <a:solidFill>
                  <a:schemeClr val="dk1"/>
                </a:solidFill>
                <a:latin typeface="Lora"/>
              </a:rPr>
              <a:t>C</a:t>
            </a:r>
            <a:r>
              <a:rPr b="0" lang="en-US" sz="6500" spc="49" strike="noStrike" cap="all">
                <a:solidFill>
                  <a:schemeClr val="dk1"/>
                </a:solidFill>
                <a:latin typeface="Lora"/>
              </a:rPr>
              <a:t>l</a:t>
            </a:r>
            <a:r>
              <a:rPr b="0" lang="en-US" sz="6500" spc="49" strike="noStrike" cap="all">
                <a:solidFill>
                  <a:schemeClr val="dk1"/>
                </a:solidFill>
                <a:latin typeface="Lora"/>
              </a:rPr>
              <a:t>i</a:t>
            </a:r>
            <a:r>
              <a:rPr b="0" lang="en-US" sz="6500" spc="49" strike="noStrike" cap="all">
                <a:solidFill>
                  <a:schemeClr val="dk1"/>
                </a:solidFill>
                <a:latin typeface="Lora"/>
              </a:rPr>
              <a:t>c</a:t>
            </a:r>
            <a:r>
              <a:rPr b="0" lang="en-US" sz="6500" spc="49" strike="noStrike" cap="all">
                <a:solidFill>
                  <a:schemeClr val="dk1"/>
                </a:solidFill>
                <a:latin typeface="Lora"/>
              </a:rPr>
              <a:t>k </a:t>
            </a:r>
            <a:r>
              <a:rPr b="0" lang="en-US" sz="6500" spc="49" strike="noStrike" cap="all">
                <a:solidFill>
                  <a:schemeClr val="dk1"/>
                </a:solidFill>
                <a:latin typeface="Lora"/>
              </a:rPr>
              <a:t>t</a:t>
            </a:r>
            <a:r>
              <a:rPr b="0" lang="en-US" sz="6500" spc="49" strike="noStrike" cap="all">
                <a:solidFill>
                  <a:schemeClr val="dk1"/>
                </a:solidFill>
                <a:latin typeface="Lora"/>
              </a:rPr>
              <a:t>o </a:t>
            </a:r>
            <a:r>
              <a:rPr b="0" lang="en-US" sz="6500" spc="49" strike="noStrike" cap="all">
                <a:solidFill>
                  <a:schemeClr val="dk1"/>
                </a:solidFill>
                <a:latin typeface="Lora"/>
              </a:rPr>
              <a:t>e</a:t>
            </a:r>
            <a:r>
              <a:rPr b="0" lang="en-US" sz="6500" spc="49" strike="noStrike" cap="all">
                <a:solidFill>
                  <a:schemeClr val="dk1"/>
                </a:solidFill>
                <a:latin typeface="Lora"/>
              </a:rPr>
              <a:t>d</a:t>
            </a:r>
            <a:r>
              <a:rPr b="0" lang="en-US" sz="6500" spc="49" strike="noStrike" cap="all">
                <a:solidFill>
                  <a:schemeClr val="dk1"/>
                </a:solidFill>
                <a:latin typeface="Lora"/>
              </a:rPr>
              <a:t>i</a:t>
            </a:r>
            <a:r>
              <a:rPr b="0" lang="en-US" sz="6500" spc="49" strike="noStrike" cap="all">
                <a:solidFill>
                  <a:schemeClr val="dk1"/>
                </a:solidFill>
                <a:latin typeface="Lora"/>
              </a:rPr>
              <a:t>t </a:t>
            </a:r>
            <a:r>
              <a:rPr b="0" lang="en-US" sz="6500" spc="49" strike="noStrike" cap="all">
                <a:solidFill>
                  <a:schemeClr val="dk1"/>
                </a:solidFill>
                <a:latin typeface="Lora"/>
              </a:rPr>
              <a:t>M</a:t>
            </a:r>
            <a:r>
              <a:rPr b="0" lang="en-US" sz="6500" spc="49" strike="noStrike" cap="all">
                <a:solidFill>
                  <a:schemeClr val="dk1"/>
                </a:solidFill>
                <a:latin typeface="Lora"/>
              </a:rPr>
              <a:t>a</a:t>
            </a:r>
            <a:r>
              <a:rPr b="0" lang="en-US" sz="6500" spc="49" strike="noStrike" cap="all">
                <a:solidFill>
                  <a:schemeClr val="dk1"/>
                </a:solidFill>
                <a:latin typeface="Lora"/>
              </a:rPr>
              <a:t>s</a:t>
            </a:r>
            <a:r>
              <a:rPr b="0" lang="en-US" sz="6500" spc="49" strike="noStrike" cap="all">
                <a:solidFill>
                  <a:schemeClr val="dk1"/>
                </a:solidFill>
                <a:latin typeface="Lora"/>
              </a:rPr>
              <a:t>t</a:t>
            </a:r>
            <a:r>
              <a:rPr b="0" lang="en-US" sz="6500" spc="49" strike="noStrike" cap="all">
                <a:solidFill>
                  <a:schemeClr val="dk1"/>
                </a:solidFill>
                <a:latin typeface="Lora"/>
              </a:rPr>
              <a:t>e</a:t>
            </a:r>
            <a:r>
              <a:rPr b="0" lang="en-US" sz="6500" spc="49" strike="noStrike" cap="all">
                <a:solidFill>
                  <a:schemeClr val="dk1"/>
                </a:solidFill>
                <a:latin typeface="Lora"/>
              </a:rPr>
              <a:t>r </a:t>
            </a:r>
            <a:r>
              <a:rPr b="0" lang="en-US" sz="6500" spc="49" strike="noStrike" cap="all">
                <a:solidFill>
                  <a:schemeClr val="dk1"/>
                </a:solidFill>
                <a:latin typeface="Lora"/>
              </a:rPr>
              <a:t>t</a:t>
            </a:r>
            <a:r>
              <a:rPr b="0" lang="en-US" sz="6500" spc="49" strike="noStrike" cap="all">
                <a:solidFill>
                  <a:schemeClr val="dk1"/>
                </a:solidFill>
                <a:latin typeface="Lora"/>
              </a:rPr>
              <a:t>i</a:t>
            </a:r>
            <a:r>
              <a:rPr b="0" lang="en-US" sz="6500" spc="49" strike="noStrike" cap="all">
                <a:solidFill>
                  <a:schemeClr val="dk1"/>
                </a:solidFill>
                <a:latin typeface="Lora"/>
              </a:rPr>
              <a:t>t</a:t>
            </a:r>
            <a:r>
              <a:rPr b="0" lang="en-US" sz="6500" spc="49" strike="noStrike" cap="all">
                <a:solidFill>
                  <a:schemeClr val="dk1"/>
                </a:solidFill>
                <a:latin typeface="Lora"/>
              </a:rPr>
              <a:t>l</a:t>
            </a:r>
            <a:r>
              <a:rPr b="0" lang="en-US" sz="6500" spc="49" strike="noStrike" cap="all">
                <a:solidFill>
                  <a:schemeClr val="dk1"/>
                </a:solidFill>
                <a:latin typeface="Lora"/>
              </a:rPr>
              <a:t>e </a:t>
            </a:r>
            <a:r>
              <a:rPr b="0" lang="en-US" sz="6500" spc="49" strike="noStrike" cap="all">
                <a:solidFill>
                  <a:schemeClr val="dk1"/>
                </a:solidFill>
                <a:latin typeface="Lora"/>
              </a:rPr>
              <a:t>s</a:t>
            </a:r>
            <a:r>
              <a:rPr b="0" lang="en-US" sz="6500" spc="49" strike="noStrike" cap="all">
                <a:solidFill>
                  <a:schemeClr val="dk1"/>
                </a:solidFill>
                <a:latin typeface="Lora"/>
              </a:rPr>
              <a:t>t</a:t>
            </a:r>
            <a:r>
              <a:rPr b="0" lang="en-US" sz="6500" spc="49" strike="noStrike" cap="all">
                <a:solidFill>
                  <a:schemeClr val="dk1"/>
                </a:solidFill>
                <a:latin typeface="Lora"/>
              </a:rPr>
              <a:t>y</a:t>
            </a:r>
            <a:r>
              <a:rPr b="0" lang="en-US" sz="6500" spc="49" strike="noStrike" cap="all">
                <a:solidFill>
                  <a:schemeClr val="dk1"/>
                </a:solidFill>
                <a:latin typeface="Lora"/>
              </a:rPr>
              <a:t>l</a:t>
            </a:r>
            <a:r>
              <a:rPr b="0" lang="en-US" sz="6500" spc="49" strike="noStrike" cap="all">
                <a:solidFill>
                  <a:schemeClr val="dk1"/>
                </a:solidFill>
                <a:latin typeface="Lora"/>
              </a:rPr>
              <a:t>e</a:t>
            </a:r>
            <a:endParaRPr b="0" lang="en-US" sz="6500" spc="-1" strike="noStrike">
              <a:solidFill>
                <a:schemeClr val="dk1"/>
              </a:solidFill>
              <a:latin typeface="Poppins Light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dt" idx="4"/>
          </p:nvPr>
        </p:nvSpPr>
        <p:spPr>
          <a:xfrm>
            <a:off x="347040" y="6530040"/>
            <a:ext cx="3283920" cy="32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dk1"/>
                </a:solidFill>
                <a:latin typeface="Poppins Light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/>
                </a:solidFill>
                <a:latin typeface="Poppins Light"/>
              </a:rPr>
              <a:t>&lt;date/time&gt;</a:t>
            </a:r>
            <a:endParaRPr b="0" lang="en-IE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ftr" idx="5"/>
          </p:nvPr>
        </p:nvSpPr>
        <p:spPr>
          <a:xfrm>
            <a:off x="8660160" y="6530040"/>
            <a:ext cx="2805120" cy="32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dk1"/>
                </a:solidFill>
                <a:latin typeface="Poppins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/>
                </a:solidFill>
                <a:latin typeface="Poppins Light"/>
              </a:rPr>
              <a:t>&lt;footer&gt;</a:t>
            </a:r>
            <a:endParaRPr b="0" lang="en-IE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sldNum" idx="6"/>
          </p:nvPr>
        </p:nvSpPr>
        <p:spPr>
          <a:xfrm>
            <a:off x="11415600" y="6530040"/>
            <a:ext cx="428760" cy="32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dk1"/>
                </a:solidFill>
                <a:latin typeface="Poppins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7AC4582-CD94-4338-BABB-76F9881EF748}" type="slidenum">
              <a:rPr b="0" lang="en-US" sz="900" spc="-1" strike="noStrike">
                <a:solidFill>
                  <a:schemeClr val="dk1"/>
                </a:solidFill>
                <a:latin typeface="Poppins Light"/>
              </a:rPr>
              <a:t>&lt;number&gt;</a:t>
            </a:fld>
            <a:endParaRPr b="0" lang="en-IE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5" descr="A purple circle with black background&#10;&#10;AI-generated content may be incorrect."/>
          <p:cNvPicPr/>
          <p:nvPr/>
        </p:nvPicPr>
        <p:blipFill>
          <a:blip r:embed="rId2"/>
          <a:srcRect l="0" t="0" r="14904" b="19273"/>
          <a:stretch/>
        </p:blipFill>
        <p:spPr>
          <a:xfrm>
            <a:off x="7866000" y="2754000"/>
            <a:ext cx="4325400" cy="4103640"/>
          </a:xfrm>
          <a:prstGeom prst="rect">
            <a:avLst/>
          </a:prstGeom>
          <a:ln w="0">
            <a:noFill/>
          </a:ln>
        </p:spPr>
      </p:pic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12720" y="664200"/>
            <a:ext cx="8467200" cy="1554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80000"/>
              </a:lnSpc>
              <a:buNone/>
            </a:pPr>
            <a:r>
              <a:rPr b="0" lang="en-US" sz="4400" spc="49" strike="noStrike" cap="all">
                <a:solidFill>
                  <a:schemeClr val="dk1"/>
                </a:solidFill>
                <a:latin typeface="Lora"/>
              </a:rPr>
              <a:t>C</a:t>
            </a:r>
            <a:r>
              <a:rPr b="0" lang="en-US" sz="4400" spc="49" strike="noStrike" cap="all">
                <a:solidFill>
                  <a:schemeClr val="dk1"/>
                </a:solidFill>
                <a:latin typeface="Lora"/>
              </a:rPr>
              <a:t>li</a:t>
            </a:r>
            <a:r>
              <a:rPr b="0" lang="en-US" sz="4400" spc="49" strike="noStrike" cap="all">
                <a:solidFill>
                  <a:schemeClr val="dk1"/>
                </a:solidFill>
                <a:latin typeface="Lora"/>
              </a:rPr>
              <a:t>c</a:t>
            </a:r>
            <a:r>
              <a:rPr b="0" lang="en-US" sz="4400" spc="49" strike="noStrike" cap="all">
                <a:solidFill>
                  <a:schemeClr val="dk1"/>
                </a:solidFill>
                <a:latin typeface="Lora"/>
              </a:rPr>
              <a:t>k </a:t>
            </a:r>
            <a:r>
              <a:rPr b="0" lang="en-US" sz="4400" spc="49" strike="noStrike" cap="all">
                <a:solidFill>
                  <a:schemeClr val="dk1"/>
                </a:solidFill>
                <a:latin typeface="Lora"/>
              </a:rPr>
              <a:t>t</a:t>
            </a:r>
            <a:r>
              <a:rPr b="0" lang="en-US" sz="4400" spc="49" strike="noStrike" cap="all">
                <a:solidFill>
                  <a:schemeClr val="dk1"/>
                </a:solidFill>
                <a:latin typeface="Lora"/>
              </a:rPr>
              <a:t>o </a:t>
            </a:r>
            <a:r>
              <a:rPr b="0" lang="en-US" sz="4400" spc="49" strike="noStrike" cap="all">
                <a:solidFill>
                  <a:schemeClr val="dk1"/>
                </a:solidFill>
                <a:latin typeface="Lora"/>
              </a:rPr>
              <a:t>e</a:t>
            </a:r>
            <a:r>
              <a:rPr b="0" lang="en-US" sz="4400" spc="49" strike="noStrike" cap="all">
                <a:solidFill>
                  <a:schemeClr val="dk1"/>
                </a:solidFill>
                <a:latin typeface="Lora"/>
              </a:rPr>
              <a:t>di</a:t>
            </a:r>
            <a:r>
              <a:rPr b="0" lang="en-US" sz="4400" spc="49" strike="noStrike" cap="all">
                <a:solidFill>
                  <a:schemeClr val="dk1"/>
                </a:solidFill>
                <a:latin typeface="Lora"/>
              </a:rPr>
              <a:t>t </a:t>
            </a:r>
            <a:r>
              <a:rPr b="0" lang="en-US" sz="4400" spc="49" strike="noStrike" cap="all">
                <a:solidFill>
                  <a:schemeClr val="dk1"/>
                </a:solidFill>
                <a:latin typeface="Lora"/>
              </a:rPr>
              <a:t>M</a:t>
            </a:r>
            <a:r>
              <a:rPr b="0" lang="en-US" sz="4400" spc="49" strike="noStrike" cap="all">
                <a:solidFill>
                  <a:schemeClr val="dk1"/>
                </a:solidFill>
                <a:latin typeface="Lora"/>
              </a:rPr>
              <a:t>a</a:t>
            </a:r>
            <a:r>
              <a:rPr b="0" lang="en-US" sz="4400" spc="49" strike="noStrike" cap="all">
                <a:solidFill>
                  <a:schemeClr val="dk1"/>
                </a:solidFill>
                <a:latin typeface="Lora"/>
              </a:rPr>
              <a:t>st</a:t>
            </a:r>
            <a:r>
              <a:rPr b="0" lang="en-US" sz="4400" spc="49" strike="noStrike" cap="all">
                <a:solidFill>
                  <a:schemeClr val="dk1"/>
                </a:solidFill>
                <a:latin typeface="Lora"/>
              </a:rPr>
              <a:t>e</a:t>
            </a:r>
            <a:r>
              <a:rPr b="0" lang="en-US" sz="4400" spc="49" strike="noStrike" cap="all">
                <a:solidFill>
                  <a:schemeClr val="dk1"/>
                </a:solidFill>
                <a:latin typeface="Lora"/>
              </a:rPr>
              <a:t>r </a:t>
            </a:r>
            <a:r>
              <a:rPr b="0" lang="en-US" sz="4400" spc="49" strike="noStrike" cap="all">
                <a:solidFill>
                  <a:schemeClr val="dk1"/>
                </a:solidFill>
                <a:latin typeface="Lora"/>
              </a:rPr>
              <a:t>ti</a:t>
            </a:r>
            <a:r>
              <a:rPr b="0" lang="en-US" sz="4400" spc="49" strike="noStrike" cap="all">
                <a:solidFill>
                  <a:schemeClr val="dk1"/>
                </a:solidFill>
                <a:latin typeface="Lora"/>
              </a:rPr>
              <a:t>tl</a:t>
            </a:r>
            <a:r>
              <a:rPr b="0" lang="en-US" sz="4400" spc="49" strike="noStrike" cap="all">
                <a:solidFill>
                  <a:schemeClr val="dk1"/>
                </a:solidFill>
                <a:latin typeface="Lora"/>
              </a:rPr>
              <a:t>e </a:t>
            </a:r>
            <a:r>
              <a:rPr b="0" lang="en-US" sz="4400" spc="49" strike="noStrike" cap="all">
                <a:solidFill>
                  <a:schemeClr val="dk1"/>
                </a:solidFill>
                <a:latin typeface="Lora"/>
              </a:rPr>
              <a:t>st</a:t>
            </a:r>
            <a:r>
              <a:rPr b="0" lang="en-US" sz="4400" spc="49" strike="noStrike" cap="all">
                <a:solidFill>
                  <a:schemeClr val="dk1"/>
                </a:solidFill>
                <a:latin typeface="Lora"/>
              </a:rPr>
              <a:t>yl</a:t>
            </a:r>
            <a:r>
              <a:rPr b="0" lang="en-US" sz="4400" spc="49" strike="noStrike" cap="all">
                <a:solidFill>
                  <a:schemeClr val="dk1"/>
                </a:solidFill>
                <a:latin typeface="Lora"/>
              </a:rPr>
              <a:t>e</a:t>
            </a:r>
            <a:endParaRPr b="0" lang="en-US" sz="4400" spc="-1" strike="noStrike">
              <a:solidFill>
                <a:schemeClr val="dk1"/>
              </a:solidFill>
              <a:latin typeface="Poppins Light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612720" y="2333880"/>
            <a:ext cx="8467200" cy="368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57200" indent="-457200" defTabSz="914400">
              <a:lnSpc>
                <a:spcPct val="140000"/>
              </a:lnSpc>
              <a:spcBef>
                <a:spcPts val="1001"/>
              </a:spcBef>
              <a:buClr>
                <a:srgbClr val="000000"/>
              </a:buClr>
              <a:buFont typeface="Lora"/>
              <a:buAutoNum type="arabicPeriod"/>
            </a:pPr>
            <a:r>
              <a:rPr b="0" lang="en-US" sz="2400" spc="-1" strike="noStrike">
                <a:solidFill>
                  <a:schemeClr val="dk1"/>
                </a:solidFill>
                <a:latin typeface="Poppins Light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Poppins Light"/>
            </a:endParaRPr>
          </a:p>
          <a:p>
            <a:pPr lvl="1" marL="685800" indent="-457200" defTabSz="914400">
              <a:lnSpc>
                <a:spcPct val="140000"/>
              </a:lnSpc>
              <a:spcBef>
                <a:spcPts val="499"/>
              </a:spcBef>
              <a:buClr>
                <a:srgbClr val="000000"/>
              </a:buClr>
              <a:buFont typeface="Lora"/>
              <a:buAutoNum type="arabicPeriod"/>
            </a:pPr>
            <a:r>
              <a:rPr b="0" lang="en-US" sz="2000" spc="-1" strike="noStrike">
                <a:solidFill>
                  <a:schemeClr val="dk1"/>
                </a:solidFill>
                <a:latin typeface="Poppins Light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Poppins Light"/>
            </a:endParaRPr>
          </a:p>
          <a:p>
            <a:pPr lvl="2" marL="800280" indent="-343080" defTabSz="914400">
              <a:lnSpc>
                <a:spcPct val="140000"/>
              </a:lnSpc>
              <a:spcBef>
                <a:spcPts val="499"/>
              </a:spcBef>
              <a:buClr>
                <a:srgbClr val="000000"/>
              </a:buClr>
              <a:buFont typeface="Lora"/>
              <a:buAutoNum type="arabicPeriod"/>
            </a:pPr>
            <a:r>
              <a:rPr b="0" lang="en-US" sz="1800" spc="-1" strike="noStrike">
                <a:solidFill>
                  <a:schemeClr val="dk1"/>
                </a:solidFill>
                <a:latin typeface="Poppins Light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Poppins Light"/>
            </a:endParaRPr>
          </a:p>
          <a:p>
            <a:pPr lvl="3" marL="1028880" indent="-343080" defTabSz="914400">
              <a:lnSpc>
                <a:spcPct val="140000"/>
              </a:lnSpc>
              <a:spcBef>
                <a:spcPts val="499"/>
              </a:spcBef>
              <a:buClr>
                <a:srgbClr val="000000"/>
              </a:buClr>
              <a:buFont typeface="Lora"/>
              <a:buAutoNum type="arabicPeriod"/>
            </a:pPr>
            <a:r>
              <a:rPr b="0" lang="en-US" sz="1600" spc="-1" strike="noStrike">
                <a:solidFill>
                  <a:schemeClr val="dk1"/>
                </a:solidFill>
                <a:latin typeface="Poppins Light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Poppins Light"/>
            </a:endParaRPr>
          </a:p>
          <a:p>
            <a:pPr lvl="4" marL="1257480" indent="-343080" defTabSz="914400">
              <a:lnSpc>
                <a:spcPct val="140000"/>
              </a:lnSpc>
              <a:spcBef>
                <a:spcPts val="499"/>
              </a:spcBef>
              <a:buClr>
                <a:srgbClr val="000000"/>
              </a:buClr>
              <a:buFont typeface="Lora"/>
              <a:buAutoNum type="arabicPeriod"/>
            </a:pPr>
            <a:r>
              <a:rPr b="0" lang="en-US" sz="1400" spc="-1" strike="noStrike">
                <a:solidFill>
                  <a:schemeClr val="dk1"/>
                </a:solidFill>
                <a:latin typeface="Poppins Light"/>
              </a:rPr>
              <a:t>Fifth level</a:t>
            </a:r>
            <a:endParaRPr b="0" lang="en-US" sz="1400" spc="-1" strike="noStrike">
              <a:solidFill>
                <a:schemeClr val="dk1"/>
              </a:solidFill>
              <a:latin typeface="Poppins Light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347040" y="6530040"/>
            <a:ext cx="3283920" cy="32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dk1"/>
                </a:solidFill>
                <a:latin typeface="Poppins Light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/>
                </a:solidFill>
                <a:latin typeface="Poppins Light"/>
              </a:rPr>
              <a:t>&lt;date/time&gt;</a:t>
            </a:r>
            <a:endParaRPr b="0" lang="en-IE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8660160" y="6530040"/>
            <a:ext cx="2805120" cy="32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dk1"/>
                </a:solidFill>
                <a:latin typeface="Poppins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/>
                </a:solidFill>
                <a:latin typeface="Poppins Light"/>
              </a:rPr>
              <a:t>&lt;footer&gt;</a:t>
            </a:r>
            <a:endParaRPr b="0" lang="en-IE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11415600" y="6530040"/>
            <a:ext cx="428760" cy="32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dk1"/>
                </a:solidFill>
                <a:latin typeface="Poppins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B121CE3-EB38-43CD-BB1E-4B4491D18A72}" type="slidenum">
              <a:rPr b="0" lang="en-US" sz="900" spc="-1" strike="noStrike">
                <a:solidFill>
                  <a:schemeClr val="dk1"/>
                </a:solidFill>
                <a:latin typeface="Poppins Light"/>
              </a:rPr>
              <a:t>&lt;number&gt;</a:t>
            </a:fld>
            <a:endParaRPr b="0" lang="en-IE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6615000" y="907200"/>
            <a:ext cx="4699800" cy="180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80000"/>
              </a:lnSpc>
              <a:buNone/>
            </a:pPr>
            <a:r>
              <a:rPr b="0" lang="en-US" sz="4000" spc="49" strike="noStrike" cap="all">
                <a:solidFill>
                  <a:schemeClr val="dk1"/>
                </a:solidFill>
                <a:latin typeface="Lora"/>
              </a:rPr>
              <a:t>Cl</a:t>
            </a:r>
            <a:r>
              <a:rPr b="0" lang="en-US" sz="4000" spc="49" strike="noStrike" cap="all">
                <a:solidFill>
                  <a:schemeClr val="dk1"/>
                </a:solidFill>
                <a:latin typeface="Lora"/>
              </a:rPr>
              <a:t>ic</a:t>
            </a:r>
            <a:r>
              <a:rPr b="0" lang="en-US" sz="4000" spc="49" strike="noStrike" cap="all">
                <a:solidFill>
                  <a:schemeClr val="dk1"/>
                </a:solidFill>
                <a:latin typeface="Lora"/>
              </a:rPr>
              <a:t>k </a:t>
            </a:r>
            <a:r>
              <a:rPr b="0" lang="en-US" sz="4000" spc="49" strike="noStrike" cap="all">
                <a:solidFill>
                  <a:schemeClr val="dk1"/>
                </a:solidFill>
                <a:latin typeface="Lora"/>
              </a:rPr>
              <a:t>t</a:t>
            </a:r>
            <a:r>
              <a:rPr b="0" lang="en-US" sz="4000" spc="49" strike="noStrike" cap="all">
                <a:solidFill>
                  <a:schemeClr val="dk1"/>
                </a:solidFill>
                <a:latin typeface="Lora"/>
              </a:rPr>
              <a:t>o </a:t>
            </a:r>
            <a:r>
              <a:rPr b="0" lang="en-US" sz="4000" spc="49" strike="noStrike" cap="all">
                <a:solidFill>
                  <a:schemeClr val="dk1"/>
                </a:solidFill>
                <a:latin typeface="Lora"/>
              </a:rPr>
              <a:t>e</a:t>
            </a:r>
            <a:r>
              <a:rPr b="0" lang="en-US" sz="4000" spc="49" strike="noStrike" cap="all">
                <a:solidFill>
                  <a:schemeClr val="dk1"/>
                </a:solidFill>
                <a:latin typeface="Lora"/>
              </a:rPr>
              <a:t>di</a:t>
            </a:r>
            <a:r>
              <a:rPr b="0" lang="en-US" sz="4000" spc="49" strike="noStrike" cap="all">
                <a:solidFill>
                  <a:schemeClr val="dk1"/>
                </a:solidFill>
                <a:latin typeface="Lora"/>
              </a:rPr>
              <a:t>t </a:t>
            </a:r>
            <a:r>
              <a:rPr b="0" lang="en-US" sz="4000" spc="49" strike="noStrike" cap="all">
                <a:solidFill>
                  <a:schemeClr val="dk1"/>
                </a:solidFill>
                <a:latin typeface="Lora"/>
              </a:rPr>
              <a:t>M</a:t>
            </a:r>
            <a:r>
              <a:rPr b="0" lang="en-US" sz="4000" spc="49" strike="noStrike" cap="all">
                <a:solidFill>
                  <a:schemeClr val="dk1"/>
                </a:solidFill>
                <a:latin typeface="Lora"/>
              </a:rPr>
              <a:t>as</a:t>
            </a:r>
            <a:r>
              <a:rPr b="0" lang="en-US" sz="4000" spc="49" strike="noStrike" cap="all">
                <a:solidFill>
                  <a:schemeClr val="dk1"/>
                </a:solidFill>
                <a:latin typeface="Lora"/>
              </a:rPr>
              <a:t>te</a:t>
            </a:r>
            <a:r>
              <a:rPr b="0" lang="en-US" sz="4000" spc="49" strike="noStrike" cap="all">
                <a:solidFill>
                  <a:schemeClr val="dk1"/>
                </a:solidFill>
                <a:latin typeface="Lora"/>
              </a:rPr>
              <a:t>r </a:t>
            </a:r>
            <a:r>
              <a:rPr b="0" lang="en-US" sz="4000" spc="49" strike="noStrike" cap="all">
                <a:solidFill>
                  <a:schemeClr val="dk1"/>
                </a:solidFill>
                <a:latin typeface="Lora"/>
              </a:rPr>
              <a:t>ti</a:t>
            </a:r>
            <a:r>
              <a:rPr b="0" lang="en-US" sz="4000" spc="49" strike="noStrike" cap="all">
                <a:solidFill>
                  <a:schemeClr val="dk1"/>
                </a:solidFill>
                <a:latin typeface="Lora"/>
              </a:rPr>
              <a:t>tl</a:t>
            </a:r>
            <a:r>
              <a:rPr b="0" lang="en-US" sz="4000" spc="49" strike="noStrike" cap="all">
                <a:solidFill>
                  <a:schemeClr val="dk1"/>
                </a:solidFill>
                <a:latin typeface="Lora"/>
              </a:rPr>
              <a:t>e </a:t>
            </a:r>
            <a:r>
              <a:rPr b="0" lang="en-US" sz="4000" spc="49" strike="noStrike" cap="all">
                <a:solidFill>
                  <a:schemeClr val="dk1"/>
                </a:solidFill>
                <a:latin typeface="Lora"/>
              </a:rPr>
              <a:t>st</a:t>
            </a:r>
            <a:r>
              <a:rPr b="0" lang="en-US" sz="4000" spc="49" strike="noStrike" cap="all">
                <a:solidFill>
                  <a:schemeClr val="dk1"/>
                </a:solidFill>
                <a:latin typeface="Lora"/>
              </a:rPr>
              <a:t>yl</a:t>
            </a:r>
            <a:r>
              <a:rPr b="0" lang="en-US" sz="4000" spc="49" strike="noStrike" cap="all">
                <a:solidFill>
                  <a:schemeClr val="dk1"/>
                </a:solidFill>
                <a:latin typeface="Lora"/>
              </a:rPr>
              <a:t>e</a:t>
            </a:r>
            <a:endParaRPr b="0" lang="en-US" sz="4000" spc="-1" strike="noStrike">
              <a:solidFill>
                <a:schemeClr val="dk1"/>
              </a:solidFill>
              <a:latin typeface="Poppins Light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358200" y="333720"/>
            <a:ext cx="5740560" cy="6190200"/>
          </a:xfrm>
          <a:prstGeom prst="rect">
            <a:avLst/>
          </a:prstGeom>
          <a:blipFill rotWithShape="0">
            <a:blip r:embed="rId2">
              <a:alphaModFix amt="70000"/>
            </a:blip>
            <a:stretch/>
          </a:blipFill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Poppins Light"/>
              </a:rPr>
              <a:t>Click icon to add picture</a:t>
            </a:r>
            <a:endParaRPr b="0" lang="en-US" sz="1800" spc="-1" strike="noStrike">
              <a:solidFill>
                <a:schemeClr val="dk1"/>
              </a:solidFill>
              <a:latin typeface="Poppins Light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body"/>
          </p:nvPr>
        </p:nvSpPr>
        <p:spPr>
          <a:xfrm>
            <a:off x="6615000" y="2825640"/>
            <a:ext cx="4699800" cy="31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57200" indent="-457200" defTabSz="914400">
              <a:lnSpc>
                <a:spcPct val="140000"/>
              </a:lnSpc>
              <a:spcBef>
                <a:spcPts val="1001"/>
              </a:spcBef>
              <a:buClr>
                <a:srgbClr val="000000"/>
              </a:buClr>
              <a:buFont typeface="Lora"/>
              <a:buAutoNum type="arabicPeriod"/>
            </a:pPr>
            <a:r>
              <a:rPr b="0" lang="en-US" sz="2000" spc="-1" strike="noStrike">
                <a:solidFill>
                  <a:schemeClr val="dk1"/>
                </a:solidFill>
                <a:latin typeface="Poppins Light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Poppins Light"/>
            </a:endParaRPr>
          </a:p>
          <a:p>
            <a:pPr lvl="1" marL="571680" indent="-343080" defTabSz="914400">
              <a:lnSpc>
                <a:spcPct val="140000"/>
              </a:lnSpc>
              <a:spcBef>
                <a:spcPts val="499"/>
              </a:spcBef>
              <a:buClr>
                <a:srgbClr val="000000"/>
              </a:buClr>
              <a:buFont typeface="Lora"/>
              <a:buAutoNum type="arabicPeriod"/>
            </a:pPr>
            <a:r>
              <a:rPr b="0" lang="en-US" sz="1800" spc="-1" strike="noStrike">
                <a:solidFill>
                  <a:schemeClr val="dk1"/>
                </a:solidFill>
                <a:latin typeface="Poppins Light"/>
              </a:rPr>
              <a:t>Second level</a:t>
            </a:r>
            <a:endParaRPr b="0" lang="en-US" sz="1800" spc="-1" strike="noStrike">
              <a:solidFill>
                <a:schemeClr val="dk1"/>
              </a:solidFill>
              <a:latin typeface="Poppins Light"/>
            </a:endParaRPr>
          </a:p>
          <a:p>
            <a:pPr lvl="2" marL="800280" indent="-343080" defTabSz="914400">
              <a:lnSpc>
                <a:spcPct val="140000"/>
              </a:lnSpc>
              <a:spcBef>
                <a:spcPts val="499"/>
              </a:spcBef>
              <a:buClr>
                <a:srgbClr val="000000"/>
              </a:buClr>
              <a:buFont typeface="Lora"/>
              <a:buAutoNum type="arabicPeriod"/>
            </a:pPr>
            <a:r>
              <a:rPr b="0" lang="en-US" sz="1600" spc="-1" strike="noStrike">
                <a:solidFill>
                  <a:schemeClr val="dk1"/>
                </a:solidFill>
                <a:latin typeface="Poppins Light"/>
              </a:rPr>
              <a:t>Third level</a:t>
            </a:r>
            <a:endParaRPr b="0" lang="en-US" sz="1600" spc="-1" strike="noStrike">
              <a:solidFill>
                <a:schemeClr val="dk1"/>
              </a:solidFill>
              <a:latin typeface="Poppins Light"/>
            </a:endParaRPr>
          </a:p>
          <a:p>
            <a:pPr lvl="3" marL="1028880" indent="-343080" defTabSz="914400">
              <a:lnSpc>
                <a:spcPct val="140000"/>
              </a:lnSpc>
              <a:spcBef>
                <a:spcPts val="499"/>
              </a:spcBef>
              <a:buClr>
                <a:srgbClr val="000000"/>
              </a:buClr>
              <a:buFont typeface="Lora"/>
              <a:buAutoNum type="arabicPeriod"/>
            </a:pPr>
            <a:r>
              <a:rPr b="0" lang="en-US" sz="1400" spc="-1" strike="noStrike">
                <a:solidFill>
                  <a:schemeClr val="dk1"/>
                </a:solidFill>
                <a:latin typeface="Poppins Light"/>
              </a:rPr>
              <a:t>Fourth level</a:t>
            </a:r>
            <a:endParaRPr b="0" lang="en-US" sz="1400" spc="-1" strike="noStrike">
              <a:solidFill>
                <a:schemeClr val="dk1"/>
              </a:solidFill>
              <a:latin typeface="Poppins Light"/>
            </a:endParaRPr>
          </a:p>
          <a:p>
            <a:pPr lvl="4" marL="1143000" indent="-228600" defTabSz="914400">
              <a:lnSpc>
                <a:spcPct val="140000"/>
              </a:lnSpc>
              <a:spcBef>
                <a:spcPts val="499"/>
              </a:spcBef>
              <a:buClr>
                <a:srgbClr val="000000"/>
              </a:buClr>
              <a:buFont typeface="Lora"/>
              <a:buAutoNum type="arabicPeriod"/>
            </a:pPr>
            <a:r>
              <a:rPr b="0" lang="en-US" sz="1200" spc="-1" strike="noStrike">
                <a:solidFill>
                  <a:schemeClr val="dk1"/>
                </a:solidFill>
                <a:latin typeface="Poppins Light"/>
              </a:rPr>
              <a:t>Fifth level</a:t>
            </a:r>
            <a:endParaRPr b="0" lang="en-US" sz="1200" spc="-1" strike="noStrike">
              <a:solidFill>
                <a:schemeClr val="dk1"/>
              </a:solidFill>
              <a:latin typeface="Poppins Light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dt" idx="10"/>
          </p:nvPr>
        </p:nvSpPr>
        <p:spPr>
          <a:xfrm>
            <a:off x="7253640" y="6530040"/>
            <a:ext cx="1622520" cy="32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dk1"/>
                </a:solidFill>
                <a:latin typeface="Poppins Light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/>
                </a:solidFill>
                <a:latin typeface="Poppins Light"/>
              </a:rPr>
              <a:t>&lt;date/time&gt;</a:t>
            </a:r>
            <a:endParaRPr b="0" lang="en-IE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ftr" idx="11"/>
          </p:nvPr>
        </p:nvSpPr>
        <p:spPr>
          <a:xfrm>
            <a:off x="8660160" y="6530040"/>
            <a:ext cx="2805120" cy="32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dk1"/>
                </a:solidFill>
                <a:latin typeface="Poppins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/>
                </a:solidFill>
                <a:latin typeface="Poppins Light"/>
              </a:rPr>
              <a:t>&lt;footer&gt;</a:t>
            </a:r>
            <a:endParaRPr b="0" lang="en-IE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6"/>
          <p:cNvSpPr>
            <a:spLocks noGrp="1"/>
          </p:cNvSpPr>
          <p:nvPr>
            <p:ph type="sldNum" idx="12"/>
          </p:nvPr>
        </p:nvSpPr>
        <p:spPr>
          <a:xfrm>
            <a:off x="11415600" y="6530040"/>
            <a:ext cx="428760" cy="32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dk1"/>
                </a:solidFill>
                <a:latin typeface="Poppins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8847517-4494-4897-B463-B5439DB44D4E}" type="slidenum">
              <a:rPr b="0" lang="en-US" sz="900" spc="-1" strike="noStrike">
                <a:solidFill>
                  <a:schemeClr val="dk1"/>
                </a:solidFill>
                <a:latin typeface="Poppins Light"/>
              </a:rPr>
              <a:t>&lt;number&gt;</a:t>
            </a:fld>
            <a:endParaRPr b="0" lang="en-IE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" name="Rectangle: Rounded Corners 10"/>
          <p:cNvSpPr/>
          <p:nvPr/>
        </p:nvSpPr>
        <p:spPr>
          <a:xfrm>
            <a:off x="347040" y="327960"/>
            <a:ext cx="11497320" cy="6201360"/>
          </a:xfrm>
          <a:prstGeom prst="roundRect">
            <a:avLst>
              <a:gd name="adj" fmla="val 3015"/>
            </a:avLst>
          </a:prstGeom>
          <a:noFill/>
          <a:ln w="1905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Poppins Light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1028520" y="2386080"/>
            <a:ext cx="4324680" cy="245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80000"/>
              </a:lnSpc>
              <a:buNone/>
            </a:pPr>
            <a:r>
              <a:rPr b="0" lang="en-US" sz="4400" spc="49" strike="noStrike" cap="all">
                <a:solidFill>
                  <a:schemeClr val="dk1"/>
                </a:solidFill>
                <a:latin typeface="Lora"/>
              </a:rPr>
              <a:t>C</a:t>
            </a:r>
            <a:r>
              <a:rPr b="0" lang="en-US" sz="4400" spc="49" strike="noStrike" cap="all">
                <a:solidFill>
                  <a:schemeClr val="dk1"/>
                </a:solidFill>
                <a:latin typeface="Lora"/>
              </a:rPr>
              <a:t>li</a:t>
            </a:r>
            <a:r>
              <a:rPr b="0" lang="en-US" sz="4400" spc="49" strike="noStrike" cap="all">
                <a:solidFill>
                  <a:schemeClr val="dk1"/>
                </a:solidFill>
                <a:latin typeface="Lora"/>
              </a:rPr>
              <a:t>c</a:t>
            </a:r>
            <a:r>
              <a:rPr b="0" lang="en-US" sz="4400" spc="49" strike="noStrike" cap="all">
                <a:solidFill>
                  <a:schemeClr val="dk1"/>
                </a:solidFill>
                <a:latin typeface="Lora"/>
              </a:rPr>
              <a:t>k </a:t>
            </a:r>
            <a:r>
              <a:rPr b="0" lang="en-US" sz="4400" spc="49" strike="noStrike" cap="all">
                <a:solidFill>
                  <a:schemeClr val="dk1"/>
                </a:solidFill>
                <a:latin typeface="Lora"/>
              </a:rPr>
              <a:t>t</a:t>
            </a:r>
            <a:r>
              <a:rPr b="0" lang="en-US" sz="4400" spc="49" strike="noStrike" cap="all">
                <a:solidFill>
                  <a:schemeClr val="dk1"/>
                </a:solidFill>
                <a:latin typeface="Lora"/>
              </a:rPr>
              <a:t>o </a:t>
            </a:r>
            <a:r>
              <a:rPr b="0" lang="en-US" sz="4400" spc="49" strike="noStrike" cap="all">
                <a:solidFill>
                  <a:schemeClr val="dk1"/>
                </a:solidFill>
                <a:latin typeface="Lora"/>
              </a:rPr>
              <a:t>e</a:t>
            </a:r>
            <a:r>
              <a:rPr b="0" lang="en-US" sz="4400" spc="49" strike="noStrike" cap="all">
                <a:solidFill>
                  <a:schemeClr val="dk1"/>
                </a:solidFill>
                <a:latin typeface="Lora"/>
              </a:rPr>
              <a:t>di</a:t>
            </a:r>
            <a:r>
              <a:rPr b="0" lang="en-US" sz="4400" spc="49" strike="noStrike" cap="all">
                <a:solidFill>
                  <a:schemeClr val="dk1"/>
                </a:solidFill>
                <a:latin typeface="Lora"/>
              </a:rPr>
              <a:t>t </a:t>
            </a:r>
            <a:r>
              <a:rPr b="0" lang="en-US" sz="4400" spc="49" strike="noStrike" cap="all">
                <a:solidFill>
                  <a:schemeClr val="dk1"/>
                </a:solidFill>
                <a:latin typeface="Lora"/>
              </a:rPr>
              <a:t>M</a:t>
            </a:r>
            <a:r>
              <a:rPr b="0" lang="en-US" sz="4400" spc="49" strike="noStrike" cap="all">
                <a:solidFill>
                  <a:schemeClr val="dk1"/>
                </a:solidFill>
                <a:latin typeface="Lora"/>
              </a:rPr>
              <a:t>a</a:t>
            </a:r>
            <a:r>
              <a:rPr b="0" lang="en-US" sz="4400" spc="49" strike="noStrike" cap="all">
                <a:solidFill>
                  <a:schemeClr val="dk1"/>
                </a:solidFill>
                <a:latin typeface="Lora"/>
              </a:rPr>
              <a:t>st</a:t>
            </a:r>
            <a:r>
              <a:rPr b="0" lang="en-US" sz="4400" spc="49" strike="noStrike" cap="all">
                <a:solidFill>
                  <a:schemeClr val="dk1"/>
                </a:solidFill>
                <a:latin typeface="Lora"/>
              </a:rPr>
              <a:t>e</a:t>
            </a:r>
            <a:r>
              <a:rPr b="0" lang="en-US" sz="4400" spc="49" strike="noStrike" cap="all">
                <a:solidFill>
                  <a:schemeClr val="dk1"/>
                </a:solidFill>
                <a:latin typeface="Lora"/>
              </a:rPr>
              <a:t>r </a:t>
            </a:r>
            <a:r>
              <a:rPr b="0" lang="en-US" sz="4400" spc="49" strike="noStrike" cap="all">
                <a:solidFill>
                  <a:schemeClr val="dk1"/>
                </a:solidFill>
                <a:latin typeface="Lora"/>
              </a:rPr>
              <a:t>ti</a:t>
            </a:r>
            <a:r>
              <a:rPr b="0" lang="en-US" sz="4400" spc="49" strike="noStrike" cap="all">
                <a:solidFill>
                  <a:schemeClr val="dk1"/>
                </a:solidFill>
                <a:latin typeface="Lora"/>
              </a:rPr>
              <a:t>tl</a:t>
            </a:r>
            <a:r>
              <a:rPr b="0" lang="en-US" sz="4400" spc="49" strike="noStrike" cap="all">
                <a:solidFill>
                  <a:schemeClr val="dk1"/>
                </a:solidFill>
                <a:latin typeface="Lora"/>
              </a:rPr>
              <a:t>e </a:t>
            </a:r>
            <a:r>
              <a:rPr b="0" lang="en-US" sz="4400" spc="49" strike="noStrike" cap="all">
                <a:solidFill>
                  <a:schemeClr val="dk1"/>
                </a:solidFill>
                <a:latin typeface="Lora"/>
              </a:rPr>
              <a:t>st</a:t>
            </a:r>
            <a:r>
              <a:rPr b="0" lang="en-US" sz="4400" spc="49" strike="noStrike" cap="all">
                <a:solidFill>
                  <a:schemeClr val="dk1"/>
                </a:solidFill>
                <a:latin typeface="Lora"/>
              </a:rPr>
              <a:t>yl</a:t>
            </a:r>
            <a:r>
              <a:rPr b="0" lang="en-US" sz="4400" spc="49" strike="noStrike" cap="all">
                <a:solidFill>
                  <a:schemeClr val="dk1"/>
                </a:solidFill>
                <a:latin typeface="Lora"/>
              </a:rPr>
              <a:t>e</a:t>
            </a:r>
            <a:endParaRPr b="0" lang="en-US" sz="4400" spc="-1" strike="noStrike">
              <a:solidFill>
                <a:schemeClr val="dk1"/>
              </a:solidFill>
              <a:latin typeface="Poppins Light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6273720" y="2386440"/>
            <a:ext cx="4324680" cy="245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4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Poppins Light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Poppins Light"/>
            </a:endParaRPr>
          </a:p>
          <a:p>
            <a:pPr marL="228600" indent="0" defTabSz="914400">
              <a:lnSpc>
                <a:spcPct val="14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Poppins Light"/>
              </a:rPr>
              <a:t>Second level</a:t>
            </a:r>
            <a:endParaRPr b="0" lang="en-US" sz="1200" spc="-1" strike="noStrike">
              <a:solidFill>
                <a:schemeClr val="dk1"/>
              </a:solidFill>
              <a:latin typeface="Poppins Light"/>
            </a:endParaRPr>
          </a:p>
          <a:p>
            <a:pPr marL="457200" indent="0" defTabSz="914400">
              <a:lnSpc>
                <a:spcPct val="14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Poppins Light"/>
              </a:rPr>
              <a:t>Third level</a:t>
            </a:r>
            <a:endParaRPr b="0" lang="en-US" sz="1100" spc="-1" strike="noStrike">
              <a:solidFill>
                <a:schemeClr val="dk1"/>
              </a:solidFill>
              <a:latin typeface="Poppins Light"/>
            </a:endParaRPr>
          </a:p>
          <a:p>
            <a:pPr marL="685800" indent="0" defTabSz="914400">
              <a:lnSpc>
                <a:spcPct val="14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chemeClr val="dk1"/>
                </a:solidFill>
                <a:latin typeface="Poppins Light"/>
              </a:rPr>
              <a:t>Fourth level</a:t>
            </a:r>
            <a:endParaRPr b="0" lang="en-US" sz="1050" spc="-1" strike="noStrike">
              <a:solidFill>
                <a:schemeClr val="dk1"/>
              </a:solidFill>
              <a:latin typeface="Poppins Light"/>
            </a:endParaRPr>
          </a:p>
          <a:p>
            <a:pPr marL="914400" indent="0" defTabSz="914400">
              <a:lnSpc>
                <a:spcPct val="14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dk1"/>
                </a:solidFill>
                <a:latin typeface="Poppins Light"/>
              </a:rPr>
              <a:t>Fifth level</a:t>
            </a:r>
            <a:endParaRPr b="0" lang="en-US" sz="1000" spc="-1" strike="noStrike">
              <a:solidFill>
                <a:schemeClr val="dk1"/>
              </a:solidFill>
              <a:latin typeface="Poppins Light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347040" y="6530040"/>
            <a:ext cx="3283920" cy="32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dk1"/>
                </a:solidFill>
                <a:latin typeface="Poppins Light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/>
                </a:solidFill>
                <a:latin typeface="Poppins Light"/>
              </a:rPr>
              <a:t>&lt;date/time&gt;</a:t>
            </a:r>
            <a:endParaRPr b="0" lang="en-IE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8660160" y="6530040"/>
            <a:ext cx="2805120" cy="32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dk1"/>
                </a:solidFill>
                <a:latin typeface="Poppins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/>
                </a:solidFill>
                <a:latin typeface="Poppins Light"/>
              </a:rPr>
              <a:t>&lt;footer&gt;</a:t>
            </a:r>
            <a:endParaRPr b="0" lang="en-IE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11415600" y="6530040"/>
            <a:ext cx="428760" cy="32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dk1"/>
                </a:solidFill>
                <a:latin typeface="Poppins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88CB9F2-A541-4CA8-9049-6B302FC33EB7}" type="slidenum">
              <a:rPr b="0" lang="en-US" sz="900" spc="-1" strike="noStrike">
                <a:solidFill>
                  <a:schemeClr val="dk1"/>
                </a:solidFill>
                <a:latin typeface="Poppins Light"/>
              </a:rPr>
              <a:t>&lt;number&gt;</a:t>
            </a:fld>
            <a:endParaRPr b="0" lang="en-IE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1028520" y="2258640"/>
            <a:ext cx="3812760" cy="35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80000"/>
              </a:lnSpc>
              <a:buNone/>
            </a:pPr>
            <a:r>
              <a:rPr b="0" lang="en-US" sz="3600" spc="49" strike="noStrike" cap="all">
                <a:solidFill>
                  <a:schemeClr val="dk1"/>
                </a:solidFill>
                <a:latin typeface="Lora"/>
              </a:rPr>
              <a:t>Click to edit Master title style</a:t>
            </a:r>
            <a:endParaRPr b="0" lang="en-US" sz="3600" spc="-1" strike="noStrike">
              <a:solidFill>
                <a:schemeClr val="dk1"/>
              </a:solidFill>
              <a:latin typeface="Poppins Light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5519880" y="2254320"/>
            <a:ext cx="4955760" cy="3555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4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400" spc="-1" strike="noStrike">
                <a:solidFill>
                  <a:schemeClr val="dk1"/>
                </a:solidFill>
                <a:latin typeface="Poppins Light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Poppins Light"/>
            </a:endParaRPr>
          </a:p>
          <a:p>
            <a:pPr lvl="1" marL="457200" indent="-228600" defTabSz="914400">
              <a:lnSpc>
                <a:spcPct val="14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200" spc="-1" strike="noStrike">
                <a:solidFill>
                  <a:schemeClr val="dk1"/>
                </a:solidFill>
                <a:latin typeface="Poppins Light"/>
              </a:rPr>
              <a:t>Second level</a:t>
            </a:r>
            <a:endParaRPr b="0" lang="en-US" sz="1200" spc="-1" strike="noStrike">
              <a:solidFill>
                <a:schemeClr val="dk1"/>
              </a:solidFill>
              <a:latin typeface="Poppins Light"/>
            </a:endParaRPr>
          </a:p>
          <a:p>
            <a:pPr lvl="2" marL="685800" indent="-228600" defTabSz="914400">
              <a:lnSpc>
                <a:spcPct val="14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100" spc="-1" strike="noStrike">
                <a:solidFill>
                  <a:schemeClr val="dk1"/>
                </a:solidFill>
                <a:latin typeface="Poppins Light"/>
              </a:rPr>
              <a:t>Third level</a:t>
            </a:r>
            <a:endParaRPr b="0" lang="en-US" sz="1100" spc="-1" strike="noStrike">
              <a:solidFill>
                <a:schemeClr val="dk1"/>
              </a:solidFill>
              <a:latin typeface="Poppins Light"/>
            </a:endParaRPr>
          </a:p>
          <a:p>
            <a:pPr lvl="3" marL="914400" indent="-228600" defTabSz="914400">
              <a:lnSpc>
                <a:spcPct val="14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050" spc="-1" strike="noStrike">
                <a:solidFill>
                  <a:schemeClr val="dk1"/>
                </a:solidFill>
                <a:latin typeface="Poppins Light"/>
              </a:rPr>
              <a:t>Fourth level</a:t>
            </a:r>
            <a:endParaRPr b="0" lang="en-US" sz="1050" spc="-1" strike="noStrike">
              <a:solidFill>
                <a:schemeClr val="dk1"/>
              </a:solidFill>
              <a:latin typeface="Poppins Light"/>
            </a:endParaRPr>
          </a:p>
          <a:p>
            <a:pPr lvl="4" marL="1143000" indent="-228600" defTabSz="914400">
              <a:lnSpc>
                <a:spcPct val="14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000" spc="-1" strike="noStrike">
                <a:solidFill>
                  <a:schemeClr val="dk1"/>
                </a:solidFill>
                <a:latin typeface="Poppins Light"/>
              </a:rPr>
              <a:t>Fifth level</a:t>
            </a:r>
            <a:endParaRPr b="0" lang="en-US" sz="1000" spc="-1" strike="noStrike">
              <a:solidFill>
                <a:schemeClr val="dk1"/>
              </a:solidFill>
              <a:latin typeface="Poppins Light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dt" idx="16"/>
          </p:nvPr>
        </p:nvSpPr>
        <p:spPr>
          <a:xfrm>
            <a:off x="347040" y="6530040"/>
            <a:ext cx="3283920" cy="32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dk1"/>
                </a:solidFill>
                <a:latin typeface="Poppins Light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/>
                </a:solidFill>
                <a:latin typeface="Poppins Light"/>
              </a:rPr>
              <a:t>&lt;date/time&gt;</a:t>
            </a:r>
            <a:endParaRPr b="0" lang="en-IE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ftr" idx="17"/>
          </p:nvPr>
        </p:nvSpPr>
        <p:spPr>
          <a:xfrm>
            <a:off x="8660160" y="6530040"/>
            <a:ext cx="2805120" cy="32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dk1"/>
                </a:solidFill>
                <a:latin typeface="Poppins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/>
                </a:solidFill>
                <a:latin typeface="Poppins Light"/>
              </a:rPr>
              <a:t>&lt;footer&gt;</a:t>
            </a:r>
            <a:endParaRPr b="0" lang="en-IE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sldNum" idx="18"/>
          </p:nvPr>
        </p:nvSpPr>
        <p:spPr>
          <a:xfrm>
            <a:off x="11415600" y="6530040"/>
            <a:ext cx="428760" cy="32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dk1"/>
                </a:solidFill>
                <a:latin typeface="Poppins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E379F14-0F2D-4192-BE92-1FB430F4815E}" type="slidenum">
              <a:rPr b="0" lang="en-US" sz="900" spc="-1" strike="noStrike">
                <a:solidFill>
                  <a:schemeClr val="dk1"/>
                </a:solidFill>
                <a:latin typeface="Poppins Light"/>
              </a:rPr>
              <a:t>&lt;number&gt;</a:t>
            </a:fld>
            <a:endParaRPr b="0" lang="en-IE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614520" y="1537920"/>
            <a:ext cx="4145400" cy="4638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80000"/>
              </a:lnSpc>
              <a:buNone/>
            </a:pPr>
            <a:r>
              <a:rPr b="0" lang="en-US" sz="3600" spc="49" strike="noStrike" cap="all">
                <a:solidFill>
                  <a:schemeClr val="dk1"/>
                </a:solidFill>
                <a:latin typeface="Lora"/>
              </a:rPr>
              <a:t>Click to edit Master title style</a:t>
            </a:r>
            <a:endParaRPr b="0" lang="en-US" sz="3600" spc="-1" strike="noStrike">
              <a:solidFill>
                <a:schemeClr val="dk1"/>
              </a:solidFill>
              <a:latin typeface="Poppins Light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5519880" y="1538280"/>
            <a:ext cx="5681160" cy="4817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4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400" spc="-1" strike="noStrike">
                <a:solidFill>
                  <a:schemeClr val="dk1"/>
                </a:solidFill>
                <a:latin typeface="Poppins Light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Poppins Light"/>
            </a:endParaRPr>
          </a:p>
          <a:p>
            <a:pPr lvl="1" marL="457200" indent="-228600" defTabSz="914400">
              <a:lnSpc>
                <a:spcPct val="14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200" spc="-1" strike="noStrike">
                <a:solidFill>
                  <a:schemeClr val="dk1"/>
                </a:solidFill>
                <a:latin typeface="Poppins Light"/>
              </a:rPr>
              <a:t>Second level</a:t>
            </a:r>
            <a:endParaRPr b="0" lang="en-US" sz="1200" spc="-1" strike="noStrike">
              <a:solidFill>
                <a:schemeClr val="dk1"/>
              </a:solidFill>
              <a:latin typeface="Poppins Light"/>
            </a:endParaRPr>
          </a:p>
          <a:p>
            <a:pPr lvl="2" marL="685800" indent="-228600" defTabSz="914400">
              <a:lnSpc>
                <a:spcPct val="14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100" spc="-1" strike="noStrike">
                <a:solidFill>
                  <a:schemeClr val="dk1"/>
                </a:solidFill>
                <a:latin typeface="Poppins Light"/>
              </a:rPr>
              <a:t>Third level</a:t>
            </a:r>
            <a:endParaRPr b="0" lang="en-US" sz="1100" spc="-1" strike="noStrike">
              <a:solidFill>
                <a:schemeClr val="dk1"/>
              </a:solidFill>
              <a:latin typeface="Poppins Light"/>
            </a:endParaRPr>
          </a:p>
          <a:p>
            <a:pPr lvl="3" marL="914400" indent="-228600" defTabSz="914400">
              <a:lnSpc>
                <a:spcPct val="14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050" spc="-1" strike="noStrike">
                <a:solidFill>
                  <a:schemeClr val="dk1"/>
                </a:solidFill>
                <a:latin typeface="Poppins Light"/>
              </a:rPr>
              <a:t>Fourth level</a:t>
            </a:r>
            <a:endParaRPr b="0" lang="en-US" sz="1050" spc="-1" strike="noStrike">
              <a:solidFill>
                <a:schemeClr val="dk1"/>
              </a:solidFill>
              <a:latin typeface="Poppins Light"/>
            </a:endParaRPr>
          </a:p>
          <a:p>
            <a:pPr lvl="4" marL="1143000" indent="-228600" defTabSz="914400">
              <a:lnSpc>
                <a:spcPct val="14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000" spc="-1" strike="noStrike">
                <a:solidFill>
                  <a:schemeClr val="dk1"/>
                </a:solidFill>
                <a:latin typeface="Poppins Light"/>
              </a:rPr>
              <a:t>Fifth level</a:t>
            </a:r>
            <a:endParaRPr b="0" lang="en-US" sz="1000" spc="-1" strike="noStrike">
              <a:solidFill>
                <a:schemeClr val="dk1"/>
              </a:solidFill>
              <a:latin typeface="Poppins Light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dt" idx="19"/>
          </p:nvPr>
        </p:nvSpPr>
        <p:spPr>
          <a:xfrm>
            <a:off x="347040" y="6530040"/>
            <a:ext cx="3283920" cy="32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dk1"/>
                </a:solidFill>
                <a:latin typeface="Poppins Light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/>
                </a:solidFill>
                <a:latin typeface="Poppins Light"/>
              </a:rPr>
              <a:t>&lt;date/time&gt;</a:t>
            </a:r>
            <a:endParaRPr b="0" lang="en-IE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ftr" idx="20"/>
          </p:nvPr>
        </p:nvSpPr>
        <p:spPr>
          <a:xfrm>
            <a:off x="8660160" y="6530040"/>
            <a:ext cx="2805120" cy="32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dk1"/>
                </a:solidFill>
                <a:latin typeface="Poppins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/>
                </a:solidFill>
                <a:latin typeface="Poppins Light"/>
              </a:rPr>
              <a:t>&lt;footer&gt;</a:t>
            </a:r>
            <a:endParaRPr b="0" lang="en-IE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sldNum" idx="21"/>
          </p:nvPr>
        </p:nvSpPr>
        <p:spPr>
          <a:xfrm>
            <a:off x="11415600" y="6530040"/>
            <a:ext cx="428760" cy="32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dk1"/>
                </a:solidFill>
                <a:latin typeface="Poppins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8B56DE2-F834-4FB0-87B3-749548A404C8}" type="slidenum">
              <a:rPr b="0" lang="en-US" sz="900" spc="-1" strike="noStrike">
                <a:solidFill>
                  <a:schemeClr val="dk1"/>
                </a:solidFill>
                <a:latin typeface="Poppins Light"/>
              </a:rPr>
              <a:t>&lt;number&gt;</a:t>
            </a:fld>
            <a:endParaRPr b="0" lang="en-IE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614520" y="877320"/>
            <a:ext cx="4141800" cy="4940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80000"/>
              </a:lnSpc>
              <a:buNone/>
            </a:pPr>
            <a:r>
              <a:rPr b="0" lang="en-US" sz="3600" spc="49" strike="noStrike" cap="all">
                <a:solidFill>
                  <a:schemeClr val="dk1"/>
                </a:solidFill>
                <a:latin typeface="Lora"/>
              </a:rPr>
              <a:t>Click to edit Master title style</a:t>
            </a:r>
            <a:endParaRPr b="0" lang="en-US" sz="3600" spc="-1" strike="noStrike">
              <a:solidFill>
                <a:schemeClr val="dk1"/>
              </a:solidFill>
              <a:latin typeface="Poppins Light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5522760" y="877320"/>
            <a:ext cx="6159240" cy="539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4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400" spc="-1" strike="noStrike">
                <a:solidFill>
                  <a:schemeClr val="dk1"/>
                </a:solidFill>
                <a:latin typeface="Poppins Light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Poppins Light"/>
            </a:endParaRPr>
          </a:p>
          <a:p>
            <a:pPr lvl="1" marL="457200" indent="-228600" defTabSz="914400">
              <a:lnSpc>
                <a:spcPct val="14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200" spc="-1" strike="noStrike">
                <a:solidFill>
                  <a:schemeClr val="dk1"/>
                </a:solidFill>
                <a:latin typeface="Poppins Light"/>
              </a:rPr>
              <a:t>Second level</a:t>
            </a:r>
            <a:endParaRPr b="0" lang="en-US" sz="1200" spc="-1" strike="noStrike">
              <a:solidFill>
                <a:schemeClr val="dk1"/>
              </a:solidFill>
              <a:latin typeface="Poppins Light"/>
            </a:endParaRPr>
          </a:p>
          <a:p>
            <a:pPr lvl="2" marL="685800" indent="-228600" defTabSz="914400">
              <a:lnSpc>
                <a:spcPct val="14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100" spc="-1" strike="noStrike">
                <a:solidFill>
                  <a:schemeClr val="dk1"/>
                </a:solidFill>
                <a:latin typeface="Poppins Light"/>
              </a:rPr>
              <a:t>Third level</a:t>
            </a:r>
            <a:endParaRPr b="0" lang="en-US" sz="1100" spc="-1" strike="noStrike">
              <a:solidFill>
                <a:schemeClr val="dk1"/>
              </a:solidFill>
              <a:latin typeface="Poppins Light"/>
            </a:endParaRPr>
          </a:p>
          <a:p>
            <a:pPr lvl="3" marL="914400" indent="-228600" defTabSz="914400">
              <a:lnSpc>
                <a:spcPct val="14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050" spc="-1" strike="noStrike">
                <a:solidFill>
                  <a:schemeClr val="dk1"/>
                </a:solidFill>
                <a:latin typeface="Poppins Light"/>
              </a:rPr>
              <a:t>Fourth level</a:t>
            </a:r>
            <a:endParaRPr b="0" lang="en-US" sz="1050" spc="-1" strike="noStrike">
              <a:solidFill>
                <a:schemeClr val="dk1"/>
              </a:solidFill>
              <a:latin typeface="Poppins Light"/>
            </a:endParaRPr>
          </a:p>
          <a:p>
            <a:pPr lvl="4" marL="1143000" indent="-228600" defTabSz="914400">
              <a:lnSpc>
                <a:spcPct val="14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000" spc="-1" strike="noStrike">
                <a:solidFill>
                  <a:schemeClr val="dk1"/>
                </a:solidFill>
                <a:latin typeface="Poppins Light"/>
              </a:rPr>
              <a:t>Fifth level</a:t>
            </a:r>
            <a:endParaRPr b="0" lang="en-US" sz="1000" spc="-1" strike="noStrike">
              <a:solidFill>
                <a:schemeClr val="dk1"/>
              </a:solidFill>
              <a:latin typeface="Poppins Light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dt" idx="22"/>
          </p:nvPr>
        </p:nvSpPr>
        <p:spPr>
          <a:xfrm>
            <a:off x="347040" y="6530040"/>
            <a:ext cx="3283920" cy="32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dk1"/>
                </a:solidFill>
                <a:latin typeface="Poppins Light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/>
                </a:solidFill>
                <a:latin typeface="Poppins Light"/>
              </a:rPr>
              <a:t>&lt;date/time&gt;</a:t>
            </a:r>
            <a:endParaRPr b="0" lang="en-IE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ftr" idx="23"/>
          </p:nvPr>
        </p:nvSpPr>
        <p:spPr>
          <a:xfrm>
            <a:off x="8660160" y="6530040"/>
            <a:ext cx="2805120" cy="32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dk1"/>
                </a:solidFill>
                <a:latin typeface="Poppins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/>
                </a:solidFill>
                <a:latin typeface="Poppins Light"/>
              </a:rPr>
              <a:t>&lt;footer&gt;</a:t>
            </a:r>
            <a:endParaRPr b="0" lang="en-IE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sldNum" idx="24"/>
          </p:nvPr>
        </p:nvSpPr>
        <p:spPr>
          <a:xfrm>
            <a:off x="11415600" y="6530040"/>
            <a:ext cx="428760" cy="32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dk1"/>
                </a:solidFill>
                <a:latin typeface="Poppins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7C37555-F32E-4000-A9AB-C4B0E85F01FD}" type="slidenum">
              <a:rPr b="0" lang="en-US" sz="900" spc="-1" strike="noStrike">
                <a:solidFill>
                  <a:schemeClr val="dk1"/>
                </a:solidFill>
                <a:latin typeface="Poppins Light"/>
              </a:rPr>
              <a:t>&lt;number&gt;</a:t>
            </a:fld>
            <a:endParaRPr b="0" lang="en-IE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372600" y="548640"/>
            <a:ext cx="3493800" cy="5719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80000"/>
              </a:lnSpc>
              <a:buNone/>
            </a:pPr>
            <a:r>
              <a:rPr b="0" lang="en-US" sz="3200" spc="49" strike="noStrike" cap="all">
                <a:solidFill>
                  <a:schemeClr val="dk1"/>
                </a:solidFill>
                <a:latin typeface="Lora"/>
              </a:rPr>
              <a:t>Click to edit Master title style</a:t>
            </a:r>
            <a:endParaRPr b="0" lang="en-US" sz="3200" spc="-1" strike="noStrike">
              <a:solidFill>
                <a:schemeClr val="dk1"/>
              </a:solidFill>
              <a:latin typeface="Poppins Light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4504320" y="549360"/>
            <a:ext cx="7314840" cy="5806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4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400" spc="-1" strike="noStrike">
                <a:solidFill>
                  <a:schemeClr val="dk1"/>
                </a:solidFill>
                <a:latin typeface="Poppins Light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Poppins Light"/>
            </a:endParaRPr>
          </a:p>
          <a:p>
            <a:pPr lvl="1" marL="457200" indent="-228600" defTabSz="914400">
              <a:lnSpc>
                <a:spcPct val="14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200" spc="-1" strike="noStrike">
                <a:solidFill>
                  <a:schemeClr val="dk1"/>
                </a:solidFill>
                <a:latin typeface="Poppins Light"/>
              </a:rPr>
              <a:t>Second level</a:t>
            </a:r>
            <a:endParaRPr b="0" lang="en-US" sz="1200" spc="-1" strike="noStrike">
              <a:solidFill>
                <a:schemeClr val="dk1"/>
              </a:solidFill>
              <a:latin typeface="Poppins Light"/>
            </a:endParaRPr>
          </a:p>
          <a:p>
            <a:pPr lvl="2" marL="685800" indent="-228600" defTabSz="914400">
              <a:lnSpc>
                <a:spcPct val="14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100" spc="-1" strike="noStrike">
                <a:solidFill>
                  <a:schemeClr val="dk1"/>
                </a:solidFill>
                <a:latin typeface="Poppins Light"/>
              </a:rPr>
              <a:t>Third level</a:t>
            </a:r>
            <a:endParaRPr b="0" lang="en-US" sz="1100" spc="-1" strike="noStrike">
              <a:solidFill>
                <a:schemeClr val="dk1"/>
              </a:solidFill>
              <a:latin typeface="Poppins Light"/>
            </a:endParaRPr>
          </a:p>
          <a:p>
            <a:pPr lvl="3" marL="914400" indent="-228600" defTabSz="914400">
              <a:lnSpc>
                <a:spcPct val="14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050" spc="-1" strike="noStrike">
                <a:solidFill>
                  <a:schemeClr val="dk1"/>
                </a:solidFill>
                <a:latin typeface="Poppins Light"/>
              </a:rPr>
              <a:t>Fourth level</a:t>
            </a:r>
            <a:endParaRPr b="0" lang="en-US" sz="1050" spc="-1" strike="noStrike">
              <a:solidFill>
                <a:schemeClr val="dk1"/>
              </a:solidFill>
              <a:latin typeface="Poppins Light"/>
            </a:endParaRPr>
          </a:p>
          <a:p>
            <a:pPr lvl="4" marL="1143000" indent="-228600" defTabSz="914400">
              <a:lnSpc>
                <a:spcPct val="14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000" spc="-1" strike="noStrike">
                <a:solidFill>
                  <a:schemeClr val="dk1"/>
                </a:solidFill>
                <a:latin typeface="Poppins Light"/>
              </a:rPr>
              <a:t>Fifth level</a:t>
            </a:r>
            <a:endParaRPr b="0" lang="en-US" sz="1000" spc="-1" strike="noStrike">
              <a:solidFill>
                <a:schemeClr val="dk1"/>
              </a:solidFill>
              <a:latin typeface="Poppins Light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dt" idx="25"/>
          </p:nvPr>
        </p:nvSpPr>
        <p:spPr>
          <a:xfrm>
            <a:off x="347040" y="6530040"/>
            <a:ext cx="3283920" cy="32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dk1"/>
                </a:solidFill>
                <a:latin typeface="Poppins Light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/>
                </a:solidFill>
                <a:latin typeface="Poppins Light"/>
              </a:rPr>
              <a:t>&lt;date/time&gt;</a:t>
            </a:r>
            <a:endParaRPr b="0" lang="en-IE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ftr" idx="26"/>
          </p:nvPr>
        </p:nvSpPr>
        <p:spPr>
          <a:xfrm>
            <a:off x="8660160" y="6530040"/>
            <a:ext cx="2805120" cy="32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dk1"/>
                </a:solidFill>
                <a:latin typeface="Poppins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/>
                </a:solidFill>
                <a:latin typeface="Poppins Light"/>
              </a:rPr>
              <a:t>&lt;footer&gt;</a:t>
            </a:r>
            <a:endParaRPr b="0" lang="en-IE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 type="sldNum" idx="27"/>
          </p:nvPr>
        </p:nvSpPr>
        <p:spPr>
          <a:xfrm>
            <a:off x="11415600" y="6530040"/>
            <a:ext cx="428760" cy="32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dk1"/>
                </a:solidFill>
                <a:latin typeface="Poppins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A5E6AD7-2E71-42B6-A2CC-E5768D20BE5D}" type="slidenum">
              <a:rPr b="0" lang="en-US" sz="900" spc="-1" strike="noStrike">
                <a:solidFill>
                  <a:schemeClr val="dk1"/>
                </a:solidFill>
                <a:latin typeface="Poppins Light"/>
              </a:rPr>
              <a:t>&lt;number&gt;</a:t>
            </a:fld>
            <a:endParaRPr b="0" lang="en-IE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60760" y="907200"/>
            <a:ext cx="10464840" cy="1131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80000"/>
              </a:lnSpc>
              <a:buNone/>
            </a:pPr>
            <a:r>
              <a:rPr b="0" lang="en-US" sz="4500" spc="49" strike="noStrike" cap="all">
                <a:solidFill>
                  <a:schemeClr val="dk1"/>
                </a:solidFill>
                <a:latin typeface="Lora"/>
              </a:rPr>
              <a:t>Click to edit Master title style</a:t>
            </a:r>
            <a:endParaRPr b="0" lang="en-US" sz="4500" spc="-1" strike="noStrike">
              <a:solidFill>
                <a:schemeClr val="dk1"/>
              </a:solidFill>
              <a:latin typeface="Poppins Light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860760" y="2367720"/>
            <a:ext cx="10464840" cy="358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4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400" spc="-1" strike="noStrike">
                <a:solidFill>
                  <a:schemeClr val="dk1"/>
                </a:solidFill>
                <a:latin typeface="Poppins Light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Poppins Light"/>
            </a:endParaRPr>
          </a:p>
          <a:p>
            <a:pPr lvl="1" marL="457200" indent="-228600" defTabSz="914400">
              <a:lnSpc>
                <a:spcPct val="14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200" spc="-1" strike="noStrike">
                <a:solidFill>
                  <a:schemeClr val="dk1"/>
                </a:solidFill>
                <a:latin typeface="Poppins Light"/>
              </a:rPr>
              <a:t>Second level</a:t>
            </a:r>
            <a:endParaRPr b="0" lang="en-US" sz="1200" spc="-1" strike="noStrike">
              <a:solidFill>
                <a:schemeClr val="dk1"/>
              </a:solidFill>
              <a:latin typeface="Poppins Light"/>
            </a:endParaRPr>
          </a:p>
          <a:p>
            <a:pPr lvl="2" marL="685800" indent="-228600" defTabSz="914400">
              <a:lnSpc>
                <a:spcPct val="14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100" spc="-1" strike="noStrike">
                <a:solidFill>
                  <a:schemeClr val="dk1"/>
                </a:solidFill>
                <a:latin typeface="Poppins Light"/>
              </a:rPr>
              <a:t>Third level</a:t>
            </a:r>
            <a:endParaRPr b="0" lang="en-US" sz="1100" spc="-1" strike="noStrike">
              <a:solidFill>
                <a:schemeClr val="dk1"/>
              </a:solidFill>
              <a:latin typeface="Poppins Light"/>
            </a:endParaRPr>
          </a:p>
          <a:p>
            <a:pPr lvl="3" marL="914400" indent="-228600" defTabSz="914400">
              <a:lnSpc>
                <a:spcPct val="14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050" spc="-1" strike="noStrike">
                <a:solidFill>
                  <a:schemeClr val="dk1"/>
                </a:solidFill>
                <a:latin typeface="Poppins Light"/>
              </a:rPr>
              <a:t>Fourth level</a:t>
            </a:r>
            <a:endParaRPr b="0" lang="en-US" sz="1050" spc="-1" strike="noStrike">
              <a:solidFill>
                <a:schemeClr val="dk1"/>
              </a:solidFill>
              <a:latin typeface="Poppins Light"/>
            </a:endParaRPr>
          </a:p>
          <a:p>
            <a:pPr lvl="4" marL="1143000" indent="-228600" defTabSz="914400">
              <a:lnSpc>
                <a:spcPct val="14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000" spc="-1" strike="noStrike">
                <a:solidFill>
                  <a:schemeClr val="dk1"/>
                </a:solidFill>
                <a:latin typeface="Poppins Light"/>
              </a:rPr>
              <a:t>Fifth level</a:t>
            </a:r>
            <a:endParaRPr b="0" lang="en-US" sz="1000" spc="-1" strike="noStrike">
              <a:solidFill>
                <a:schemeClr val="dk1"/>
              </a:solidFill>
              <a:latin typeface="Poppins Light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dt" idx="28"/>
          </p:nvPr>
        </p:nvSpPr>
        <p:spPr>
          <a:xfrm>
            <a:off x="347040" y="6530040"/>
            <a:ext cx="3283920" cy="32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dk1"/>
                </a:solidFill>
                <a:latin typeface="Poppins Light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/>
                </a:solidFill>
                <a:latin typeface="Poppins Light"/>
              </a:rPr>
              <a:t>&lt;date/time&gt;</a:t>
            </a:r>
            <a:endParaRPr b="0" lang="en-IE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ftr" idx="29"/>
          </p:nvPr>
        </p:nvSpPr>
        <p:spPr>
          <a:xfrm>
            <a:off x="8660160" y="6530040"/>
            <a:ext cx="2805120" cy="32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dk1"/>
                </a:solidFill>
                <a:latin typeface="Poppins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/>
                </a:solidFill>
                <a:latin typeface="Poppins Light"/>
              </a:rPr>
              <a:t>&lt;footer&gt;</a:t>
            </a:r>
            <a:endParaRPr b="0" lang="en-IE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sldNum" idx="30"/>
          </p:nvPr>
        </p:nvSpPr>
        <p:spPr>
          <a:xfrm>
            <a:off x="11415600" y="6530040"/>
            <a:ext cx="428760" cy="32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dk1"/>
                </a:solidFill>
                <a:latin typeface="Poppins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6EFAC86-A23C-43F1-8F59-3318B40435C6}" type="slidenum">
              <a:rPr b="0" lang="en-US" sz="900" spc="-1" strike="noStrike">
                <a:solidFill>
                  <a:schemeClr val="dk1"/>
                </a:solidFill>
                <a:latin typeface="Poppins Light"/>
              </a:rPr>
              <a:t>&lt;number&gt;</a:t>
            </a:fld>
            <a:endParaRPr b="0" lang="en-IE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5321880" y="927360"/>
            <a:ext cx="602460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80000"/>
              </a:lnSpc>
              <a:buNone/>
            </a:pPr>
            <a:r>
              <a:rPr b="0" lang="en-US" sz="4500" spc="49" strike="noStrike" cap="all">
                <a:solidFill>
                  <a:schemeClr val="dk1"/>
                </a:solidFill>
                <a:latin typeface="Lora"/>
              </a:rPr>
              <a:t>Click to edit Master title style</a:t>
            </a:r>
            <a:endParaRPr b="0" lang="en-US" sz="4500" spc="-1" strike="noStrike">
              <a:solidFill>
                <a:schemeClr val="dk1"/>
              </a:solidFill>
              <a:latin typeface="Poppins Light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58200" y="333720"/>
            <a:ext cx="4435560" cy="6190200"/>
          </a:xfrm>
          <a:prstGeom prst="rect">
            <a:avLst/>
          </a:prstGeom>
          <a:blipFill rotWithShape="0">
            <a:blip r:embed="rId2">
              <a:alphaModFix amt="70000"/>
            </a:blip>
            <a:stretch/>
          </a:blipFill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Poppins Light"/>
              </a:rPr>
              <a:t>Click icon to add picture</a:t>
            </a:r>
            <a:endParaRPr b="0" lang="en-US" sz="1800" spc="-1" strike="noStrike">
              <a:solidFill>
                <a:schemeClr val="dk1"/>
              </a:solidFill>
              <a:latin typeface="Poppins Light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5321880" y="2204640"/>
            <a:ext cx="6004080" cy="3765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4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400" spc="-1" strike="noStrike">
                <a:solidFill>
                  <a:schemeClr val="dk1"/>
                </a:solidFill>
                <a:latin typeface="Poppins Light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Poppins Light"/>
            </a:endParaRPr>
          </a:p>
          <a:p>
            <a:pPr lvl="1" marL="457200" indent="-228600" defTabSz="914400">
              <a:lnSpc>
                <a:spcPct val="14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200" spc="-1" strike="noStrike">
                <a:solidFill>
                  <a:schemeClr val="dk1"/>
                </a:solidFill>
                <a:latin typeface="Poppins Light"/>
              </a:rPr>
              <a:t>Second level</a:t>
            </a:r>
            <a:endParaRPr b="0" lang="en-US" sz="1200" spc="-1" strike="noStrike">
              <a:solidFill>
                <a:schemeClr val="dk1"/>
              </a:solidFill>
              <a:latin typeface="Poppins Light"/>
            </a:endParaRPr>
          </a:p>
          <a:p>
            <a:pPr lvl="2" marL="685800" indent="-228600" defTabSz="914400">
              <a:lnSpc>
                <a:spcPct val="14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100" spc="-1" strike="noStrike">
                <a:solidFill>
                  <a:schemeClr val="dk1"/>
                </a:solidFill>
                <a:latin typeface="Poppins Light"/>
              </a:rPr>
              <a:t>Third level</a:t>
            </a:r>
            <a:endParaRPr b="0" lang="en-US" sz="1100" spc="-1" strike="noStrike">
              <a:solidFill>
                <a:schemeClr val="dk1"/>
              </a:solidFill>
              <a:latin typeface="Poppins Light"/>
            </a:endParaRPr>
          </a:p>
          <a:p>
            <a:pPr lvl="3" marL="914400" indent="-228600" defTabSz="914400">
              <a:lnSpc>
                <a:spcPct val="14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050" spc="-1" strike="noStrike">
                <a:solidFill>
                  <a:schemeClr val="dk1"/>
                </a:solidFill>
                <a:latin typeface="Poppins Light"/>
              </a:rPr>
              <a:t>Fourth level</a:t>
            </a:r>
            <a:endParaRPr b="0" lang="en-US" sz="1050" spc="-1" strike="noStrike">
              <a:solidFill>
                <a:schemeClr val="dk1"/>
              </a:solidFill>
              <a:latin typeface="Poppins Light"/>
            </a:endParaRPr>
          </a:p>
          <a:p>
            <a:pPr lvl="4" marL="1143000" indent="-228600" defTabSz="914400">
              <a:lnSpc>
                <a:spcPct val="14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000" spc="-1" strike="noStrike">
                <a:solidFill>
                  <a:schemeClr val="dk1"/>
                </a:solidFill>
                <a:latin typeface="Poppins Light"/>
              </a:rPr>
              <a:t>Fifth level</a:t>
            </a:r>
            <a:endParaRPr b="0" lang="en-US" sz="1000" spc="-1" strike="noStrike">
              <a:solidFill>
                <a:schemeClr val="dk1"/>
              </a:solidFill>
              <a:latin typeface="Poppins Light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5321880" y="6530040"/>
            <a:ext cx="3554280" cy="32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dk1"/>
                </a:solidFill>
                <a:latin typeface="Poppins Light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/>
                </a:solidFill>
                <a:latin typeface="Poppins Light"/>
              </a:rPr>
              <a:t>&lt;date/time&gt;</a:t>
            </a:r>
            <a:endParaRPr b="0" lang="en-IE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8660160" y="6530040"/>
            <a:ext cx="2805120" cy="32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dk1"/>
                </a:solidFill>
                <a:latin typeface="Poppins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/>
                </a:solidFill>
                <a:latin typeface="Poppins Light"/>
              </a:rPr>
              <a:t>&lt;footer&gt;</a:t>
            </a:r>
            <a:endParaRPr b="0" lang="en-IE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11415600" y="6530040"/>
            <a:ext cx="428760" cy="32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dk1"/>
                </a:solidFill>
                <a:latin typeface="Poppins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B4E2AA3-2919-4EF8-A867-2B3DB85F10A5}" type="slidenum">
              <a:rPr b="0" lang="en-US" sz="900" spc="-1" strike="noStrike">
                <a:solidFill>
                  <a:schemeClr val="dk1"/>
                </a:solidFill>
                <a:latin typeface="Poppins Light"/>
              </a:rPr>
              <a:t>&lt;number&gt;</a:t>
            </a:fld>
            <a:endParaRPr b="0" lang="en-IE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" name="Rectangle: Rounded Corners 2"/>
          <p:cNvSpPr/>
          <p:nvPr/>
        </p:nvSpPr>
        <p:spPr>
          <a:xfrm>
            <a:off x="347040" y="327960"/>
            <a:ext cx="11497320" cy="6201360"/>
          </a:xfrm>
          <a:prstGeom prst="roundRect">
            <a:avLst>
              <a:gd name="adj" fmla="val 3015"/>
            </a:avLst>
          </a:prstGeom>
          <a:noFill/>
          <a:ln w="1905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Poppins Light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3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612720" y="548640"/>
            <a:ext cx="10653120" cy="1131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80000"/>
              </a:lnSpc>
              <a:buNone/>
            </a:pPr>
            <a:r>
              <a:rPr b="0" lang="en-US" sz="4500" spc="49" strike="noStrike" cap="all">
                <a:solidFill>
                  <a:schemeClr val="dk1"/>
                </a:solidFill>
                <a:latin typeface="Lora"/>
              </a:rPr>
              <a:t>Click to edit Master title style</a:t>
            </a:r>
            <a:endParaRPr b="0" lang="en-US" sz="4500" spc="-1" strike="noStrike">
              <a:solidFill>
                <a:schemeClr val="dk1"/>
              </a:solidFill>
              <a:latin typeface="Poppins Light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612720" y="1715400"/>
            <a:ext cx="10653120" cy="459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4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400" spc="-1" strike="noStrike">
                <a:solidFill>
                  <a:schemeClr val="dk1"/>
                </a:solidFill>
                <a:latin typeface="Poppins Light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Poppins Light"/>
            </a:endParaRPr>
          </a:p>
          <a:p>
            <a:pPr lvl="1" marL="457200" indent="-228600" defTabSz="914400">
              <a:lnSpc>
                <a:spcPct val="14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200" spc="-1" strike="noStrike">
                <a:solidFill>
                  <a:schemeClr val="dk1"/>
                </a:solidFill>
                <a:latin typeface="Poppins Light"/>
              </a:rPr>
              <a:t>Second level</a:t>
            </a:r>
            <a:endParaRPr b="0" lang="en-US" sz="1200" spc="-1" strike="noStrike">
              <a:solidFill>
                <a:schemeClr val="dk1"/>
              </a:solidFill>
              <a:latin typeface="Poppins Light"/>
            </a:endParaRPr>
          </a:p>
          <a:p>
            <a:pPr lvl="2" marL="685800" indent="-228600" defTabSz="914400">
              <a:lnSpc>
                <a:spcPct val="14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100" spc="-1" strike="noStrike">
                <a:solidFill>
                  <a:schemeClr val="dk1"/>
                </a:solidFill>
                <a:latin typeface="Poppins Light"/>
              </a:rPr>
              <a:t>Third level</a:t>
            </a:r>
            <a:endParaRPr b="0" lang="en-US" sz="1100" spc="-1" strike="noStrike">
              <a:solidFill>
                <a:schemeClr val="dk1"/>
              </a:solidFill>
              <a:latin typeface="Poppins Light"/>
            </a:endParaRPr>
          </a:p>
          <a:p>
            <a:pPr lvl="3" marL="914400" indent="-228600" defTabSz="914400">
              <a:lnSpc>
                <a:spcPct val="14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050" spc="-1" strike="noStrike">
                <a:solidFill>
                  <a:schemeClr val="dk1"/>
                </a:solidFill>
                <a:latin typeface="Poppins Light"/>
              </a:rPr>
              <a:t>Fourth level</a:t>
            </a:r>
            <a:endParaRPr b="0" lang="en-US" sz="1050" spc="-1" strike="noStrike">
              <a:solidFill>
                <a:schemeClr val="dk1"/>
              </a:solidFill>
              <a:latin typeface="Poppins Light"/>
            </a:endParaRPr>
          </a:p>
          <a:p>
            <a:pPr lvl="4" marL="1143000" indent="-228600" defTabSz="914400">
              <a:lnSpc>
                <a:spcPct val="14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000" spc="-1" strike="noStrike">
                <a:solidFill>
                  <a:schemeClr val="dk1"/>
                </a:solidFill>
                <a:latin typeface="Poppins Light"/>
              </a:rPr>
              <a:t>Fifth level</a:t>
            </a:r>
            <a:endParaRPr b="0" lang="en-US" sz="1000" spc="-1" strike="noStrike">
              <a:solidFill>
                <a:schemeClr val="dk1"/>
              </a:solidFill>
              <a:latin typeface="Poppins Light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dt" idx="34"/>
          </p:nvPr>
        </p:nvSpPr>
        <p:spPr>
          <a:xfrm>
            <a:off x="347040" y="6530040"/>
            <a:ext cx="3283920" cy="32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dk1"/>
                </a:solidFill>
                <a:latin typeface="Poppins Light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/>
                </a:solidFill>
                <a:latin typeface="Poppins Light"/>
              </a:rPr>
              <a:t>&lt;date/time&gt;</a:t>
            </a:r>
            <a:endParaRPr b="0" lang="en-IE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 type="ftr" idx="35"/>
          </p:nvPr>
        </p:nvSpPr>
        <p:spPr>
          <a:xfrm>
            <a:off x="8660160" y="6530040"/>
            <a:ext cx="2805120" cy="32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dk1"/>
                </a:solidFill>
                <a:latin typeface="Poppins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/>
                </a:solidFill>
                <a:latin typeface="Poppins Light"/>
              </a:rPr>
              <a:t>&lt;footer&gt;</a:t>
            </a:r>
            <a:endParaRPr b="0" lang="en-IE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5"/>
          <p:cNvSpPr>
            <a:spLocks noGrp="1"/>
          </p:cNvSpPr>
          <p:nvPr>
            <p:ph type="sldNum" idx="36"/>
          </p:nvPr>
        </p:nvSpPr>
        <p:spPr>
          <a:xfrm>
            <a:off x="11415600" y="6530040"/>
            <a:ext cx="428760" cy="32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dk1"/>
                </a:solidFill>
                <a:latin typeface="Poppins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ACB47C3-F45C-4FF0-BF96-ED8065413A57}" type="slidenum">
              <a:rPr b="0" lang="en-US" sz="900" spc="-1" strike="noStrike">
                <a:solidFill>
                  <a:schemeClr val="dk1"/>
                </a:solidFill>
                <a:latin typeface="Poppins Light"/>
              </a:rPr>
              <a:t>&lt;number&gt;</a:t>
            </a:fld>
            <a:endParaRPr b="0" lang="en-IE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" name="Rectangle: Rounded Corners 7"/>
          <p:cNvSpPr/>
          <p:nvPr/>
        </p:nvSpPr>
        <p:spPr>
          <a:xfrm>
            <a:off x="347040" y="327960"/>
            <a:ext cx="11497320" cy="6201360"/>
          </a:xfrm>
          <a:prstGeom prst="roundRect">
            <a:avLst>
              <a:gd name="adj" fmla="val 3015"/>
            </a:avLst>
          </a:prstGeom>
          <a:noFill/>
          <a:ln w="1905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Poppins Light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859680" y="905400"/>
            <a:ext cx="60368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80000"/>
              </a:lnSpc>
              <a:buNone/>
            </a:pPr>
            <a:r>
              <a:rPr b="0" lang="en-US" sz="4500" spc="49" strike="noStrike" cap="all">
                <a:solidFill>
                  <a:schemeClr val="dk1"/>
                </a:solidFill>
                <a:latin typeface="Lora"/>
              </a:rPr>
              <a:t>Click to edit Master title style</a:t>
            </a:r>
            <a:endParaRPr b="0" lang="en-US" sz="4500" spc="-1" strike="noStrike">
              <a:solidFill>
                <a:schemeClr val="dk1"/>
              </a:solidFill>
              <a:latin typeface="Poppins Light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859680" y="2202120"/>
            <a:ext cx="6036840" cy="374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4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400" spc="-1" strike="noStrike">
                <a:solidFill>
                  <a:schemeClr val="dk1"/>
                </a:solidFill>
                <a:latin typeface="Poppins Light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Poppins Light"/>
            </a:endParaRPr>
          </a:p>
          <a:p>
            <a:pPr lvl="1" marL="457200" indent="-228600" defTabSz="914400">
              <a:lnSpc>
                <a:spcPct val="14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200" spc="-1" strike="noStrike">
                <a:solidFill>
                  <a:schemeClr val="dk1"/>
                </a:solidFill>
                <a:latin typeface="Poppins Light"/>
              </a:rPr>
              <a:t>Second level</a:t>
            </a:r>
            <a:endParaRPr b="0" lang="en-US" sz="1200" spc="-1" strike="noStrike">
              <a:solidFill>
                <a:schemeClr val="dk1"/>
              </a:solidFill>
              <a:latin typeface="Poppins Light"/>
            </a:endParaRPr>
          </a:p>
          <a:p>
            <a:pPr lvl="2" marL="685800" indent="-228600" defTabSz="914400">
              <a:lnSpc>
                <a:spcPct val="14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100" spc="-1" strike="noStrike">
                <a:solidFill>
                  <a:schemeClr val="dk1"/>
                </a:solidFill>
                <a:latin typeface="Poppins Light"/>
              </a:rPr>
              <a:t>Third level</a:t>
            </a:r>
            <a:endParaRPr b="0" lang="en-US" sz="1100" spc="-1" strike="noStrike">
              <a:solidFill>
                <a:schemeClr val="dk1"/>
              </a:solidFill>
              <a:latin typeface="Poppins Light"/>
            </a:endParaRPr>
          </a:p>
          <a:p>
            <a:pPr lvl="3" marL="914400" indent="-228600" defTabSz="914400">
              <a:lnSpc>
                <a:spcPct val="14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050" spc="-1" strike="noStrike">
                <a:solidFill>
                  <a:schemeClr val="dk1"/>
                </a:solidFill>
                <a:latin typeface="Poppins Light"/>
              </a:rPr>
              <a:t>Fourth level</a:t>
            </a:r>
            <a:endParaRPr b="0" lang="en-US" sz="1050" spc="-1" strike="noStrike">
              <a:solidFill>
                <a:schemeClr val="dk1"/>
              </a:solidFill>
              <a:latin typeface="Poppins Light"/>
            </a:endParaRPr>
          </a:p>
          <a:p>
            <a:pPr lvl="4" marL="1143000" indent="-228600" defTabSz="914400">
              <a:lnSpc>
                <a:spcPct val="14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000" spc="-1" strike="noStrike">
                <a:solidFill>
                  <a:schemeClr val="dk1"/>
                </a:solidFill>
                <a:latin typeface="Poppins Light"/>
              </a:rPr>
              <a:t>Fifth level</a:t>
            </a:r>
            <a:endParaRPr b="0" lang="en-US" sz="1000" spc="-1" strike="noStrike">
              <a:solidFill>
                <a:schemeClr val="dk1"/>
              </a:solidFill>
              <a:latin typeface="Poppins Light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7400520" y="333720"/>
            <a:ext cx="4433040" cy="6190200"/>
          </a:xfrm>
          <a:prstGeom prst="rect">
            <a:avLst/>
          </a:prstGeom>
          <a:blipFill rotWithShape="0">
            <a:blip r:embed="rId2">
              <a:alphaModFix amt="70000"/>
            </a:blip>
            <a:stretch/>
          </a:blipFill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Poppins Light"/>
              </a:rPr>
              <a:t>Click icon to add picture</a:t>
            </a:r>
            <a:endParaRPr b="0" lang="en-US" sz="1800" spc="-1" strike="noStrike">
              <a:solidFill>
                <a:schemeClr val="dk1"/>
              </a:solidFill>
              <a:latin typeface="Poppins Light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dt" idx="37"/>
          </p:nvPr>
        </p:nvSpPr>
        <p:spPr>
          <a:xfrm>
            <a:off x="347040" y="6530040"/>
            <a:ext cx="3283920" cy="32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dk1"/>
                </a:solidFill>
                <a:latin typeface="Poppins Light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/>
                </a:solidFill>
                <a:latin typeface="Poppins Light"/>
              </a:rPr>
              <a:t>&lt;date/time&gt;</a:t>
            </a:r>
            <a:endParaRPr b="0" lang="en-IE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 type="ftr" idx="38"/>
          </p:nvPr>
        </p:nvSpPr>
        <p:spPr>
          <a:xfrm>
            <a:off x="3950640" y="6530040"/>
            <a:ext cx="2805120" cy="32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dk1"/>
                </a:solidFill>
                <a:latin typeface="Poppins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/>
                </a:solidFill>
                <a:latin typeface="Poppins Light"/>
              </a:rPr>
              <a:t>&lt;footer&gt;</a:t>
            </a:r>
            <a:endParaRPr b="0" lang="en-IE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" name="PlaceHolder 6"/>
          <p:cNvSpPr>
            <a:spLocks noGrp="1"/>
          </p:cNvSpPr>
          <p:nvPr>
            <p:ph type="sldNum" idx="39"/>
          </p:nvPr>
        </p:nvSpPr>
        <p:spPr>
          <a:xfrm>
            <a:off x="6706080" y="6530040"/>
            <a:ext cx="428760" cy="32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dk1"/>
                </a:solidFill>
                <a:latin typeface="Poppins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482DAB9-6D65-4EF0-88EA-9E51F9C901D0}" type="slidenum">
              <a:rPr b="0" lang="en-US" sz="900" spc="-1" strike="noStrike">
                <a:solidFill>
                  <a:schemeClr val="dk1"/>
                </a:solidFill>
                <a:latin typeface="Poppins Light"/>
              </a:rPr>
              <a:t>&lt;number&gt;</a:t>
            </a:fld>
            <a:endParaRPr b="0" lang="en-IE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" name="Rectangle: Rounded Corners 2"/>
          <p:cNvSpPr/>
          <p:nvPr/>
        </p:nvSpPr>
        <p:spPr>
          <a:xfrm>
            <a:off x="347040" y="327960"/>
            <a:ext cx="11497320" cy="6201360"/>
          </a:xfrm>
          <a:prstGeom prst="roundRect">
            <a:avLst>
              <a:gd name="adj" fmla="val 3015"/>
            </a:avLst>
          </a:prstGeom>
          <a:noFill/>
          <a:ln w="1905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Poppins Light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3" r:id="rId3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4524840" y="912240"/>
            <a:ext cx="6800760" cy="93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80000"/>
              </a:lnSpc>
              <a:buNone/>
            </a:pPr>
            <a:r>
              <a:rPr b="0" lang="en-US" sz="4400" spc="49" strike="noStrike" cap="all">
                <a:solidFill>
                  <a:schemeClr val="dk1"/>
                </a:solidFill>
                <a:latin typeface="Lora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Poppins Light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 type="body"/>
          </p:nvPr>
        </p:nvSpPr>
        <p:spPr>
          <a:xfrm>
            <a:off x="358200" y="333720"/>
            <a:ext cx="3664800" cy="6190200"/>
          </a:xfrm>
          <a:prstGeom prst="rect">
            <a:avLst/>
          </a:prstGeom>
          <a:blipFill rotWithShape="0">
            <a:blip r:embed="rId2">
              <a:alphaModFix amt="70000"/>
            </a:blip>
            <a:stretch/>
          </a:blipFill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Poppins Light"/>
              </a:rPr>
              <a:t>Click icon to add picture</a:t>
            </a:r>
            <a:endParaRPr b="0" lang="en-US" sz="1800" spc="-1" strike="noStrike">
              <a:solidFill>
                <a:schemeClr val="dk1"/>
              </a:solidFill>
              <a:latin typeface="Poppins Light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 type="body"/>
          </p:nvPr>
        </p:nvSpPr>
        <p:spPr>
          <a:xfrm>
            <a:off x="4524840" y="1997640"/>
            <a:ext cx="6800760" cy="3944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4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400" spc="-1" strike="noStrike">
                <a:solidFill>
                  <a:schemeClr val="dk1"/>
                </a:solidFill>
                <a:latin typeface="Poppins Light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Poppins Light"/>
            </a:endParaRPr>
          </a:p>
          <a:p>
            <a:pPr lvl="1" marL="457200" indent="-228600" defTabSz="914400">
              <a:lnSpc>
                <a:spcPct val="14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200" spc="-1" strike="noStrike">
                <a:solidFill>
                  <a:schemeClr val="dk1"/>
                </a:solidFill>
                <a:latin typeface="Poppins Light"/>
              </a:rPr>
              <a:t>Second level</a:t>
            </a:r>
            <a:endParaRPr b="0" lang="en-US" sz="1200" spc="-1" strike="noStrike">
              <a:solidFill>
                <a:schemeClr val="dk1"/>
              </a:solidFill>
              <a:latin typeface="Poppins Light"/>
            </a:endParaRPr>
          </a:p>
          <a:p>
            <a:pPr lvl="2" marL="685800" indent="-228600" defTabSz="914400">
              <a:lnSpc>
                <a:spcPct val="14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100" spc="-1" strike="noStrike">
                <a:solidFill>
                  <a:schemeClr val="dk1"/>
                </a:solidFill>
                <a:latin typeface="Poppins Light"/>
              </a:rPr>
              <a:t>Third level</a:t>
            </a:r>
            <a:endParaRPr b="0" lang="en-US" sz="1100" spc="-1" strike="noStrike">
              <a:solidFill>
                <a:schemeClr val="dk1"/>
              </a:solidFill>
              <a:latin typeface="Poppins Light"/>
            </a:endParaRPr>
          </a:p>
          <a:p>
            <a:pPr lvl="3" marL="914400" indent="-228600" defTabSz="914400">
              <a:lnSpc>
                <a:spcPct val="14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050" spc="-1" strike="noStrike">
                <a:solidFill>
                  <a:schemeClr val="dk1"/>
                </a:solidFill>
                <a:latin typeface="Poppins Light"/>
              </a:rPr>
              <a:t>Fourth level</a:t>
            </a:r>
            <a:endParaRPr b="0" lang="en-US" sz="1050" spc="-1" strike="noStrike">
              <a:solidFill>
                <a:schemeClr val="dk1"/>
              </a:solidFill>
              <a:latin typeface="Poppins Light"/>
            </a:endParaRPr>
          </a:p>
          <a:p>
            <a:pPr lvl="4" marL="1143000" indent="-228600" defTabSz="914400">
              <a:lnSpc>
                <a:spcPct val="14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000" spc="-1" strike="noStrike">
                <a:solidFill>
                  <a:schemeClr val="dk1"/>
                </a:solidFill>
                <a:latin typeface="Poppins Light"/>
              </a:rPr>
              <a:t>Fifth level</a:t>
            </a:r>
            <a:endParaRPr b="0" lang="en-US" sz="1000" spc="-1" strike="noStrike">
              <a:solidFill>
                <a:schemeClr val="dk1"/>
              </a:solidFill>
              <a:latin typeface="Poppins Light"/>
            </a:endParaRPr>
          </a:p>
        </p:txBody>
      </p:sp>
      <p:sp>
        <p:nvSpPr>
          <p:cNvPr id="80" name="PlaceHolder 4"/>
          <p:cNvSpPr>
            <a:spLocks noGrp="1"/>
          </p:cNvSpPr>
          <p:nvPr>
            <p:ph type="dt" idx="40"/>
          </p:nvPr>
        </p:nvSpPr>
        <p:spPr>
          <a:xfrm>
            <a:off x="4745880" y="6530040"/>
            <a:ext cx="3493800" cy="32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dk1"/>
                </a:solidFill>
                <a:latin typeface="Poppins Light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/>
                </a:solidFill>
                <a:latin typeface="Poppins Light"/>
              </a:rPr>
              <a:t>&lt;date/time&gt;</a:t>
            </a:r>
            <a:endParaRPr b="0" lang="en-IE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" name="PlaceHolder 5"/>
          <p:cNvSpPr>
            <a:spLocks noGrp="1"/>
          </p:cNvSpPr>
          <p:nvPr>
            <p:ph type="ftr" idx="41"/>
          </p:nvPr>
        </p:nvSpPr>
        <p:spPr>
          <a:xfrm>
            <a:off x="8660160" y="6530040"/>
            <a:ext cx="2805120" cy="32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dk1"/>
                </a:solidFill>
                <a:latin typeface="Poppins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/>
                </a:solidFill>
                <a:latin typeface="Poppins Light"/>
              </a:rPr>
              <a:t>&lt;footer&gt;</a:t>
            </a:r>
            <a:endParaRPr b="0" lang="en-IE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2" name="PlaceHolder 6"/>
          <p:cNvSpPr>
            <a:spLocks noGrp="1"/>
          </p:cNvSpPr>
          <p:nvPr>
            <p:ph type="sldNum" idx="42"/>
          </p:nvPr>
        </p:nvSpPr>
        <p:spPr>
          <a:xfrm>
            <a:off x="11415600" y="6530040"/>
            <a:ext cx="428760" cy="32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dk1"/>
                </a:solidFill>
                <a:latin typeface="Poppins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C4355F4-EFC6-4457-B05A-7C1898633BCA}" type="slidenum">
              <a:rPr b="0" lang="en-US" sz="900" spc="-1" strike="noStrike">
                <a:solidFill>
                  <a:schemeClr val="dk1"/>
                </a:solidFill>
                <a:latin typeface="Poppins Light"/>
              </a:rPr>
              <a:t>&lt;number&gt;</a:t>
            </a:fld>
            <a:endParaRPr b="0" lang="en-IE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" name="Rectangle: Rounded Corners 5"/>
          <p:cNvSpPr/>
          <p:nvPr/>
        </p:nvSpPr>
        <p:spPr>
          <a:xfrm>
            <a:off x="347040" y="327960"/>
            <a:ext cx="11497320" cy="6201360"/>
          </a:xfrm>
          <a:prstGeom prst="roundRect">
            <a:avLst>
              <a:gd name="adj" fmla="val 3015"/>
            </a:avLst>
          </a:prstGeom>
          <a:noFill/>
          <a:ln w="1905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Poppins Light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3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859680" y="912240"/>
            <a:ext cx="6800760" cy="93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80000"/>
              </a:lnSpc>
              <a:buNone/>
            </a:pPr>
            <a:r>
              <a:rPr b="0" lang="en-US" sz="4400" spc="49" strike="noStrike" cap="all">
                <a:solidFill>
                  <a:schemeClr val="dk1"/>
                </a:solidFill>
                <a:latin typeface="Lora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Poppins Light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body"/>
          </p:nvPr>
        </p:nvSpPr>
        <p:spPr>
          <a:xfrm>
            <a:off x="859680" y="1997640"/>
            <a:ext cx="6800760" cy="3944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4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400" spc="-1" strike="noStrike">
                <a:solidFill>
                  <a:schemeClr val="dk1"/>
                </a:solidFill>
                <a:latin typeface="Poppins Light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Poppins Light"/>
            </a:endParaRPr>
          </a:p>
          <a:p>
            <a:pPr lvl="1" marL="457200" indent="-228600" defTabSz="914400">
              <a:lnSpc>
                <a:spcPct val="14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200" spc="-1" strike="noStrike">
                <a:solidFill>
                  <a:schemeClr val="dk1"/>
                </a:solidFill>
                <a:latin typeface="Poppins Light"/>
              </a:rPr>
              <a:t>Second level</a:t>
            </a:r>
            <a:endParaRPr b="0" lang="en-US" sz="1200" spc="-1" strike="noStrike">
              <a:solidFill>
                <a:schemeClr val="dk1"/>
              </a:solidFill>
              <a:latin typeface="Poppins Light"/>
            </a:endParaRPr>
          </a:p>
          <a:p>
            <a:pPr lvl="2" marL="685800" indent="-228600" defTabSz="914400">
              <a:lnSpc>
                <a:spcPct val="14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100" spc="-1" strike="noStrike">
                <a:solidFill>
                  <a:schemeClr val="dk1"/>
                </a:solidFill>
                <a:latin typeface="Poppins Light"/>
              </a:rPr>
              <a:t>Third level</a:t>
            </a:r>
            <a:endParaRPr b="0" lang="en-US" sz="1100" spc="-1" strike="noStrike">
              <a:solidFill>
                <a:schemeClr val="dk1"/>
              </a:solidFill>
              <a:latin typeface="Poppins Light"/>
            </a:endParaRPr>
          </a:p>
          <a:p>
            <a:pPr lvl="3" marL="914400" indent="-228600" defTabSz="914400">
              <a:lnSpc>
                <a:spcPct val="14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050" spc="-1" strike="noStrike">
                <a:solidFill>
                  <a:schemeClr val="dk1"/>
                </a:solidFill>
                <a:latin typeface="Poppins Light"/>
              </a:rPr>
              <a:t>Fourth level</a:t>
            </a:r>
            <a:endParaRPr b="0" lang="en-US" sz="1050" spc="-1" strike="noStrike">
              <a:solidFill>
                <a:schemeClr val="dk1"/>
              </a:solidFill>
              <a:latin typeface="Poppins Light"/>
            </a:endParaRPr>
          </a:p>
          <a:p>
            <a:pPr lvl="4" marL="1143000" indent="-228600" defTabSz="914400">
              <a:lnSpc>
                <a:spcPct val="14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000" spc="-1" strike="noStrike">
                <a:solidFill>
                  <a:schemeClr val="dk1"/>
                </a:solidFill>
                <a:latin typeface="Poppins Light"/>
              </a:rPr>
              <a:t>Fifth level</a:t>
            </a:r>
            <a:endParaRPr b="0" lang="en-US" sz="1000" spc="-1" strike="noStrike">
              <a:solidFill>
                <a:schemeClr val="dk1"/>
              </a:solidFill>
              <a:latin typeface="Poppins Light"/>
            </a:endParaRPr>
          </a:p>
        </p:txBody>
      </p:sp>
      <p:sp>
        <p:nvSpPr>
          <p:cNvPr id="86" name="PlaceHolder 3"/>
          <p:cNvSpPr>
            <a:spLocks noGrp="1"/>
          </p:cNvSpPr>
          <p:nvPr>
            <p:ph type="body"/>
          </p:nvPr>
        </p:nvSpPr>
        <p:spPr>
          <a:xfrm>
            <a:off x="8091720" y="333720"/>
            <a:ext cx="3741840" cy="6190200"/>
          </a:xfrm>
          <a:prstGeom prst="rect">
            <a:avLst/>
          </a:prstGeom>
          <a:blipFill rotWithShape="0">
            <a:blip r:embed="rId2">
              <a:alphaModFix amt="70000"/>
            </a:blip>
            <a:stretch/>
          </a:blipFill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Poppins Light"/>
              </a:rPr>
              <a:t>Click icon to add picture</a:t>
            </a:r>
            <a:endParaRPr b="0" lang="en-US" sz="1800" spc="-1" strike="noStrike">
              <a:solidFill>
                <a:schemeClr val="dk1"/>
              </a:solidFill>
              <a:latin typeface="Poppins Light"/>
            </a:endParaRPr>
          </a:p>
        </p:txBody>
      </p:sp>
      <p:sp>
        <p:nvSpPr>
          <p:cNvPr id="87" name="PlaceHolder 4"/>
          <p:cNvSpPr>
            <a:spLocks noGrp="1"/>
          </p:cNvSpPr>
          <p:nvPr>
            <p:ph type="dt" idx="43"/>
          </p:nvPr>
        </p:nvSpPr>
        <p:spPr>
          <a:xfrm>
            <a:off x="347040" y="6530040"/>
            <a:ext cx="3283920" cy="32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dk1"/>
                </a:solidFill>
                <a:latin typeface="Poppins Light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/>
                </a:solidFill>
                <a:latin typeface="Poppins Light"/>
              </a:rPr>
              <a:t>&lt;date/time&gt;</a:t>
            </a:r>
            <a:endParaRPr b="0" lang="en-IE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8" name="PlaceHolder 5"/>
          <p:cNvSpPr>
            <a:spLocks noGrp="1"/>
          </p:cNvSpPr>
          <p:nvPr>
            <p:ph type="ftr" idx="44"/>
          </p:nvPr>
        </p:nvSpPr>
        <p:spPr>
          <a:xfrm>
            <a:off x="4285800" y="6530040"/>
            <a:ext cx="2805120" cy="32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dk1"/>
                </a:solidFill>
                <a:latin typeface="Poppins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/>
                </a:solidFill>
                <a:latin typeface="Poppins Light"/>
              </a:rPr>
              <a:t>&lt;footer&gt;</a:t>
            </a:r>
            <a:endParaRPr b="0" lang="en-IE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" name="PlaceHolder 6"/>
          <p:cNvSpPr>
            <a:spLocks noGrp="1"/>
          </p:cNvSpPr>
          <p:nvPr>
            <p:ph type="sldNum" idx="45"/>
          </p:nvPr>
        </p:nvSpPr>
        <p:spPr>
          <a:xfrm>
            <a:off x="7041600" y="6530040"/>
            <a:ext cx="428760" cy="32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dk1"/>
                </a:solidFill>
                <a:latin typeface="Poppins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01C162E-38E5-4CD8-BB59-26E05453FFBB}" type="slidenum">
              <a:rPr b="0" lang="en-US" sz="900" spc="-1" strike="noStrike">
                <a:solidFill>
                  <a:schemeClr val="dk1"/>
                </a:solidFill>
                <a:latin typeface="Poppins Light"/>
              </a:rPr>
              <a:t>&lt;number&gt;</a:t>
            </a:fld>
            <a:endParaRPr b="0" lang="en-IE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" name="Rectangle: Rounded Corners 1"/>
          <p:cNvSpPr/>
          <p:nvPr/>
        </p:nvSpPr>
        <p:spPr>
          <a:xfrm>
            <a:off x="347040" y="327960"/>
            <a:ext cx="11497320" cy="6201360"/>
          </a:xfrm>
          <a:prstGeom prst="roundRect">
            <a:avLst>
              <a:gd name="adj" fmla="val 3015"/>
            </a:avLst>
          </a:prstGeom>
          <a:noFill/>
          <a:ln w="1905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Poppins Light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7" r:id="rId3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7053840" y="907200"/>
            <a:ext cx="4361400" cy="1386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80000"/>
              </a:lnSpc>
              <a:buNone/>
            </a:pPr>
            <a:r>
              <a:rPr b="0" lang="en-US" sz="4500" spc="49" strike="noStrike" cap="all">
                <a:solidFill>
                  <a:schemeClr val="dk1"/>
                </a:solidFill>
                <a:latin typeface="Lora"/>
              </a:rPr>
              <a:t>Click to edit Master title style</a:t>
            </a:r>
            <a:endParaRPr b="0" lang="en-US" sz="4500" spc="-1" strike="noStrike">
              <a:solidFill>
                <a:schemeClr val="dk1"/>
              </a:solidFill>
              <a:latin typeface="Poppins Light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358200" y="333720"/>
            <a:ext cx="6252840" cy="6190200"/>
          </a:xfrm>
          <a:prstGeom prst="rect">
            <a:avLst/>
          </a:prstGeom>
          <a:blipFill rotWithShape="0">
            <a:blip r:embed="rId2">
              <a:alphaModFix amt="70000"/>
            </a:blip>
            <a:stretch/>
          </a:blipFill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Poppins Light"/>
              </a:rPr>
              <a:t>Click icon to add picture</a:t>
            </a:r>
            <a:endParaRPr b="0" lang="en-US" sz="1800" spc="-1" strike="noStrike">
              <a:solidFill>
                <a:schemeClr val="dk1"/>
              </a:solidFill>
              <a:latin typeface="Poppins Light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body"/>
          </p:nvPr>
        </p:nvSpPr>
        <p:spPr>
          <a:xfrm>
            <a:off x="7053840" y="2438640"/>
            <a:ext cx="4366440" cy="351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4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400" spc="-1" strike="noStrike">
                <a:solidFill>
                  <a:schemeClr val="dk1"/>
                </a:solidFill>
                <a:latin typeface="Poppins Light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Poppins Light"/>
            </a:endParaRPr>
          </a:p>
          <a:p>
            <a:pPr lvl="1" marL="457200" indent="-228600" defTabSz="914400">
              <a:lnSpc>
                <a:spcPct val="14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200" spc="-1" strike="noStrike">
                <a:solidFill>
                  <a:schemeClr val="dk1"/>
                </a:solidFill>
                <a:latin typeface="Poppins Light"/>
              </a:rPr>
              <a:t>Second level</a:t>
            </a:r>
            <a:endParaRPr b="0" lang="en-US" sz="1200" spc="-1" strike="noStrike">
              <a:solidFill>
                <a:schemeClr val="dk1"/>
              </a:solidFill>
              <a:latin typeface="Poppins Light"/>
            </a:endParaRPr>
          </a:p>
          <a:p>
            <a:pPr lvl="2" marL="685800" indent="-228600" defTabSz="914400">
              <a:lnSpc>
                <a:spcPct val="14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100" spc="-1" strike="noStrike">
                <a:solidFill>
                  <a:schemeClr val="dk1"/>
                </a:solidFill>
                <a:latin typeface="Poppins Light"/>
              </a:rPr>
              <a:t>Third level</a:t>
            </a:r>
            <a:endParaRPr b="0" lang="en-US" sz="1100" spc="-1" strike="noStrike">
              <a:solidFill>
                <a:schemeClr val="dk1"/>
              </a:solidFill>
              <a:latin typeface="Poppins Light"/>
            </a:endParaRPr>
          </a:p>
          <a:p>
            <a:pPr lvl="3" marL="914400" indent="-228600" defTabSz="914400">
              <a:lnSpc>
                <a:spcPct val="14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050" spc="-1" strike="noStrike">
                <a:solidFill>
                  <a:schemeClr val="dk1"/>
                </a:solidFill>
                <a:latin typeface="Poppins Light"/>
              </a:rPr>
              <a:t>Fourth level</a:t>
            </a:r>
            <a:endParaRPr b="0" lang="en-US" sz="1050" spc="-1" strike="noStrike">
              <a:solidFill>
                <a:schemeClr val="dk1"/>
              </a:solidFill>
              <a:latin typeface="Poppins Light"/>
            </a:endParaRPr>
          </a:p>
          <a:p>
            <a:pPr lvl="4" marL="1143000" indent="-228600" defTabSz="914400">
              <a:lnSpc>
                <a:spcPct val="14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000" spc="-1" strike="noStrike">
                <a:solidFill>
                  <a:schemeClr val="dk1"/>
                </a:solidFill>
                <a:latin typeface="Poppins Light"/>
              </a:rPr>
              <a:t>Fifth level</a:t>
            </a:r>
            <a:endParaRPr b="0" lang="en-US" sz="1000" spc="-1" strike="noStrike">
              <a:solidFill>
                <a:schemeClr val="dk1"/>
              </a:solidFill>
              <a:latin typeface="Poppins Light"/>
            </a:endParaRPr>
          </a:p>
        </p:txBody>
      </p:sp>
      <p:sp>
        <p:nvSpPr>
          <p:cNvPr id="94" name="PlaceHolder 4"/>
          <p:cNvSpPr>
            <a:spLocks noGrp="1"/>
          </p:cNvSpPr>
          <p:nvPr>
            <p:ph type="dt" idx="46"/>
          </p:nvPr>
        </p:nvSpPr>
        <p:spPr>
          <a:xfrm>
            <a:off x="7253640" y="6530040"/>
            <a:ext cx="1622520" cy="32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dk1"/>
                </a:solidFill>
                <a:latin typeface="Poppins Light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/>
                </a:solidFill>
                <a:latin typeface="Poppins Light"/>
              </a:rPr>
              <a:t>&lt;date/time&gt;</a:t>
            </a:r>
            <a:endParaRPr b="0" lang="en-IE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" name="PlaceHolder 5"/>
          <p:cNvSpPr>
            <a:spLocks noGrp="1"/>
          </p:cNvSpPr>
          <p:nvPr>
            <p:ph type="ftr" idx="47"/>
          </p:nvPr>
        </p:nvSpPr>
        <p:spPr>
          <a:xfrm>
            <a:off x="8660160" y="6530040"/>
            <a:ext cx="2805120" cy="32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dk1"/>
                </a:solidFill>
                <a:latin typeface="Poppins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/>
                </a:solidFill>
                <a:latin typeface="Poppins Light"/>
              </a:rPr>
              <a:t>&lt;footer&gt;</a:t>
            </a:r>
            <a:endParaRPr b="0" lang="en-IE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6" name="PlaceHolder 6"/>
          <p:cNvSpPr>
            <a:spLocks noGrp="1"/>
          </p:cNvSpPr>
          <p:nvPr>
            <p:ph type="sldNum" idx="48"/>
          </p:nvPr>
        </p:nvSpPr>
        <p:spPr>
          <a:xfrm>
            <a:off x="11415600" y="6530040"/>
            <a:ext cx="428760" cy="32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dk1"/>
                </a:solidFill>
                <a:latin typeface="Poppins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B69B7D7-0BB0-43E1-84C1-9EAFA9313C86}" type="slidenum">
              <a:rPr b="0" lang="en-US" sz="900" spc="-1" strike="noStrike">
                <a:solidFill>
                  <a:schemeClr val="dk1"/>
                </a:solidFill>
                <a:latin typeface="Poppins Light"/>
              </a:rPr>
              <a:t>&lt;number&gt;</a:t>
            </a:fld>
            <a:endParaRPr b="0" lang="en-IE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7" name="Rectangle: Rounded Corners 1"/>
          <p:cNvSpPr/>
          <p:nvPr/>
        </p:nvSpPr>
        <p:spPr>
          <a:xfrm>
            <a:off x="347040" y="327960"/>
            <a:ext cx="11497320" cy="6201360"/>
          </a:xfrm>
          <a:prstGeom prst="roundRect">
            <a:avLst>
              <a:gd name="adj" fmla="val 3015"/>
            </a:avLst>
          </a:prstGeom>
          <a:noFill/>
          <a:ln w="1905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Poppins Light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9" r:id="rId3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859680" y="907200"/>
            <a:ext cx="4361400" cy="1386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80000"/>
              </a:lnSpc>
              <a:buNone/>
            </a:pPr>
            <a:r>
              <a:rPr b="0" lang="en-US" sz="4500" spc="49" strike="noStrike" cap="all">
                <a:solidFill>
                  <a:schemeClr val="dk1"/>
                </a:solidFill>
                <a:latin typeface="Lora"/>
              </a:rPr>
              <a:t>Click to edit Master title style</a:t>
            </a:r>
            <a:endParaRPr b="0" lang="en-US" sz="4500" spc="-1" strike="noStrike">
              <a:solidFill>
                <a:schemeClr val="dk1"/>
              </a:solidFill>
              <a:latin typeface="Poppins Light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 type="body"/>
          </p:nvPr>
        </p:nvSpPr>
        <p:spPr>
          <a:xfrm>
            <a:off x="859680" y="2438640"/>
            <a:ext cx="4366440" cy="351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4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400" spc="-1" strike="noStrike">
                <a:solidFill>
                  <a:schemeClr val="dk1"/>
                </a:solidFill>
                <a:latin typeface="Poppins Light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Poppins Light"/>
            </a:endParaRPr>
          </a:p>
          <a:p>
            <a:pPr lvl="1" marL="457200" indent="-228600" defTabSz="914400">
              <a:lnSpc>
                <a:spcPct val="14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200" spc="-1" strike="noStrike">
                <a:solidFill>
                  <a:schemeClr val="dk1"/>
                </a:solidFill>
                <a:latin typeface="Poppins Light"/>
              </a:rPr>
              <a:t>Second level</a:t>
            </a:r>
            <a:endParaRPr b="0" lang="en-US" sz="1200" spc="-1" strike="noStrike">
              <a:solidFill>
                <a:schemeClr val="dk1"/>
              </a:solidFill>
              <a:latin typeface="Poppins Light"/>
            </a:endParaRPr>
          </a:p>
          <a:p>
            <a:pPr lvl="2" marL="685800" indent="-228600" defTabSz="914400">
              <a:lnSpc>
                <a:spcPct val="14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100" spc="-1" strike="noStrike">
                <a:solidFill>
                  <a:schemeClr val="dk1"/>
                </a:solidFill>
                <a:latin typeface="Poppins Light"/>
              </a:rPr>
              <a:t>Third level</a:t>
            </a:r>
            <a:endParaRPr b="0" lang="en-US" sz="1100" spc="-1" strike="noStrike">
              <a:solidFill>
                <a:schemeClr val="dk1"/>
              </a:solidFill>
              <a:latin typeface="Poppins Light"/>
            </a:endParaRPr>
          </a:p>
          <a:p>
            <a:pPr lvl="3" marL="914400" indent="-228600" defTabSz="914400">
              <a:lnSpc>
                <a:spcPct val="14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050" spc="-1" strike="noStrike">
                <a:solidFill>
                  <a:schemeClr val="dk1"/>
                </a:solidFill>
                <a:latin typeface="Poppins Light"/>
              </a:rPr>
              <a:t>Fourth level</a:t>
            </a:r>
            <a:endParaRPr b="0" lang="en-US" sz="1050" spc="-1" strike="noStrike">
              <a:solidFill>
                <a:schemeClr val="dk1"/>
              </a:solidFill>
              <a:latin typeface="Poppins Light"/>
            </a:endParaRPr>
          </a:p>
          <a:p>
            <a:pPr lvl="4" marL="1143000" indent="-228600" defTabSz="914400">
              <a:lnSpc>
                <a:spcPct val="14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000" spc="-1" strike="noStrike">
                <a:solidFill>
                  <a:schemeClr val="dk1"/>
                </a:solidFill>
                <a:latin typeface="Poppins Light"/>
              </a:rPr>
              <a:t>Fifth level</a:t>
            </a:r>
            <a:endParaRPr b="0" lang="en-US" sz="1000" spc="-1" strike="noStrike">
              <a:solidFill>
                <a:schemeClr val="dk1"/>
              </a:solidFill>
              <a:latin typeface="Poppins Light"/>
            </a:endParaRPr>
          </a:p>
        </p:txBody>
      </p:sp>
      <p:sp>
        <p:nvSpPr>
          <p:cNvPr id="100" name="PlaceHolder 3"/>
          <p:cNvSpPr>
            <a:spLocks noGrp="1"/>
          </p:cNvSpPr>
          <p:nvPr>
            <p:ph type="body"/>
          </p:nvPr>
        </p:nvSpPr>
        <p:spPr>
          <a:xfrm>
            <a:off x="5749560" y="333720"/>
            <a:ext cx="6086160" cy="6190200"/>
          </a:xfrm>
          <a:prstGeom prst="rect">
            <a:avLst/>
          </a:prstGeom>
          <a:blipFill rotWithShape="0">
            <a:blip r:embed="rId2">
              <a:alphaModFix amt="70000"/>
            </a:blip>
            <a:stretch/>
          </a:blipFill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Poppins Light"/>
              </a:rPr>
              <a:t>Click icon to add picture</a:t>
            </a:r>
            <a:endParaRPr b="0" lang="en-US" sz="1800" spc="-1" strike="noStrike">
              <a:solidFill>
                <a:schemeClr val="dk1"/>
              </a:solidFill>
              <a:latin typeface="Poppins Light"/>
            </a:endParaRPr>
          </a:p>
        </p:txBody>
      </p:sp>
      <p:sp>
        <p:nvSpPr>
          <p:cNvPr id="101" name="PlaceHolder 4"/>
          <p:cNvSpPr>
            <a:spLocks noGrp="1"/>
          </p:cNvSpPr>
          <p:nvPr>
            <p:ph type="dt" idx="49"/>
          </p:nvPr>
        </p:nvSpPr>
        <p:spPr>
          <a:xfrm>
            <a:off x="137160" y="6530040"/>
            <a:ext cx="2030760" cy="32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dk1"/>
                </a:solidFill>
                <a:latin typeface="Poppins Light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/>
                </a:solidFill>
                <a:latin typeface="Poppins Light"/>
              </a:rPr>
              <a:t>&lt;date/time&gt;</a:t>
            </a:r>
            <a:endParaRPr b="0" lang="en-IE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2" name="PlaceHolder 5"/>
          <p:cNvSpPr>
            <a:spLocks noGrp="1"/>
          </p:cNvSpPr>
          <p:nvPr>
            <p:ph type="ftr" idx="50"/>
          </p:nvPr>
        </p:nvSpPr>
        <p:spPr>
          <a:xfrm>
            <a:off x="2168280" y="6530040"/>
            <a:ext cx="2805120" cy="32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dk1"/>
                </a:solidFill>
                <a:latin typeface="Poppins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/>
                </a:solidFill>
                <a:latin typeface="Poppins Light"/>
              </a:rPr>
              <a:t>&lt;footer&gt;</a:t>
            </a:r>
            <a:endParaRPr b="0" lang="en-IE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" name="PlaceHolder 6"/>
          <p:cNvSpPr>
            <a:spLocks noGrp="1"/>
          </p:cNvSpPr>
          <p:nvPr>
            <p:ph type="sldNum" idx="51"/>
          </p:nvPr>
        </p:nvSpPr>
        <p:spPr>
          <a:xfrm>
            <a:off x="4923720" y="6530040"/>
            <a:ext cx="428760" cy="32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dk1"/>
                </a:solidFill>
                <a:latin typeface="Poppins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65682F5-207C-478C-BB94-730F788406C7}" type="slidenum">
              <a:rPr b="0" lang="en-US" sz="900" spc="-1" strike="noStrike">
                <a:solidFill>
                  <a:schemeClr val="dk1"/>
                </a:solidFill>
                <a:latin typeface="Poppins Light"/>
              </a:rPr>
              <a:t>&lt;number&gt;</a:t>
            </a:fld>
            <a:endParaRPr b="0" lang="en-IE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4" name="Rectangle: Rounded Corners 3"/>
          <p:cNvSpPr/>
          <p:nvPr/>
        </p:nvSpPr>
        <p:spPr>
          <a:xfrm>
            <a:off x="347040" y="327960"/>
            <a:ext cx="11497320" cy="6201360"/>
          </a:xfrm>
          <a:prstGeom prst="roundRect">
            <a:avLst>
              <a:gd name="adj" fmla="val 3015"/>
            </a:avLst>
          </a:prstGeom>
          <a:noFill/>
          <a:ln w="1905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Poppins Light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1" r:id="rId3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6882480" y="905400"/>
            <a:ext cx="4571640" cy="93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80000"/>
              </a:lnSpc>
              <a:buNone/>
            </a:pPr>
            <a:r>
              <a:rPr b="0" lang="en-US" sz="3200" spc="49" strike="noStrike" cap="all">
                <a:solidFill>
                  <a:schemeClr val="dk1"/>
                </a:solidFill>
                <a:latin typeface="Lora"/>
              </a:rPr>
              <a:t>Click to edit Master title style</a:t>
            </a:r>
            <a:endParaRPr b="0" lang="en-US" sz="3200" spc="-1" strike="noStrike">
              <a:solidFill>
                <a:schemeClr val="dk1"/>
              </a:solidFill>
              <a:latin typeface="Poppins Light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 type="body"/>
          </p:nvPr>
        </p:nvSpPr>
        <p:spPr>
          <a:xfrm>
            <a:off x="358920" y="338400"/>
            <a:ext cx="6129000" cy="6180840"/>
          </a:xfrm>
          <a:prstGeom prst="rect">
            <a:avLst/>
          </a:prstGeom>
          <a:blipFill rotWithShape="0">
            <a:blip r:embed="rId2">
              <a:alphaModFix amt="70000"/>
            </a:blip>
            <a:stretch/>
          </a:blipFill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Poppins Light"/>
              </a:rPr>
              <a:t>Click icon to add picture</a:t>
            </a:r>
            <a:endParaRPr b="0" lang="en-US" sz="1800" spc="-1" strike="noStrike">
              <a:solidFill>
                <a:schemeClr val="dk1"/>
              </a:solidFill>
              <a:latin typeface="Poppins Light"/>
            </a:endParaRPr>
          </a:p>
        </p:txBody>
      </p:sp>
      <p:sp>
        <p:nvSpPr>
          <p:cNvPr id="107" name="PlaceHolder 3"/>
          <p:cNvSpPr>
            <a:spLocks noGrp="1"/>
          </p:cNvSpPr>
          <p:nvPr>
            <p:ph type="body"/>
          </p:nvPr>
        </p:nvSpPr>
        <p:spPr>
          <a:xfrm>
            <a:off x="6882480" y="1982160"/>
            <a:ext cx="4571640" cy="396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4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400" spc="-1" strike="noStrike">
                <a:solidFill>
                  <a:schemeClr val="dk1"/>
                </a:solidFill>
                <a:latin typeface="Poppins Light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Poppins Light"/>
            </a:endParaRPr>
          </a:p>
          <a:p>
            <a:pPr lvl="1" marL="457200" indent="-228600" defTabSz="914400">
              <a:lnSpc>
                <a:spcPct val="14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200" spc="-1" strike="noStrike">
                <a:solidFill>
                  <a:schemeClr val="dk1"/>
                </a:solidFill>
                <a:latin typeface="Poppins Light"/>
              </a:rPr>
              <a:t>Second level</a:t>
            </a:r>
            <a:endParaRPr b="0" lang="en-US" sz="1200" spc="-1" strike="noStrike">
              <a:solidFill>
                <a:schemeClr val="dk1"/>
              </a:solidFill>
              <a:latin typeface="Poppins Light"/>
            </a:endParaRPr>
          </a:p>
          <a:p>
            <a:pPr lvl="2" marL="685800" indent="-228600" defTabSz="914400">
              <a:lnSpc>
                <a:spcPct val="14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100" spc="-1" strike="noStrike">
                <a:solidFill>
                  <a:schemeClr val="dk1"/>
                </a:solidFill>
                <a:latin typeface="Poppins Light"/>
              </a:rPr>
              <a:t>Third level</a:t>
            </a:r>
            <a:endParaRPr b="0" lang="en-US" sz="1100" spc="-1" strike="noStrike">
              <a:solidFill>
                <a:schemeClr val="dk1"/>
              </a:solidFill>
              <a:latin typeface="Poppins Light"/>
            </a:endParaRPr>
          </a:p>
          <a:p>
            <a:pPr lvl="3" marL="914400" indent="-228600" defTabSz="914400">
              <a:lnSpc>
                <a:spcPct val="14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050" spc="-1" strike="noStrike">
                <a:solidFill>
                  <a:schemeClr val="dk1"/>
                </a:solidFill>
                <a:latin typeface="Poppins Light"/>
              </a:rPr>
              <a:t>Fourth level</a:t>
            </a:r>
            <a:endParaRPr b="0" lang="en-US" sz="1050" spc="-1" strike="noStrike">
              <a:solidFill>
                <a:schemeClr val="dk1"/>
              </a:solidFill>
              <a:latin typeface="Poppins Light"/>
            </a:endParaRPr>
          </a:p>
          <a:p>
            <a:pPr lvl="4" marL="1143000" indent="-228600" defTabSz="914400">
              <a:lnSpc>
                <a:spcPct val="14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000" spc="-1" strike="noStrike">
                <a:solidFill>
                  <a:schemeClr val="dk1"/>
                </a:solidFill>
                <a:latin typeface="Poppins Light"/>
              </a:rPr>
              <a:t>Fifth level</a:t>
            </a:r>
            <a:endParaRPr b="0" lang="en-US" sz="1000" spc="-1" strike="noStrike">
              <a:solidFill>
                <a:schemeClr val="dk1"/>
              </a:solidFill>
              <a:latin typeface="Poppins Light"/>
            </a:endParaRPr>
          </a:p>
        </p:txBody>
      </p:sp>
      <p:sp>
        <p:nvSpPr>
          <p:cNvPr id="108" name="PlaceHolder 4"/>
          <p:cNvSpPr>
            <a:spLocks noGrp="1"/>
          </p:cNvSpPr>
          <p:nvPr>
            <p:ph type="dt" idx="52"/>
          </p:nvPr>
        </p:nvSpPr>
        <p:spPr>
          <a:xfrm>
            <a:off x="7104600" y="6530040"/>
            <a:ext cx="1771560" cy="32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dk1"/>
                </a:solidFill>
                <a:latin typeface="Poppins Light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/>
                </a:solidFill>
                <a:latin typeface="Poppins Light"/>
              </a:rPr>
              <a:t>&lt;date/time&gt;</a:t>
            </a:r>
            <a:endParaRPr b="0" lang="en-IE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9" name="PlaceHolder 5"/>
          <p:cNvSpPr>
            <a:spLocks noGrp="1"/>
          </p:cNvSpPr>
          <p:nvPr>
            <p:ph type="ftr" idx="53"/>
          </p:nvPr>
        </p:nvSpPr>
        <p:spPr>
          <a:xfrm>
            <a:off x="8660160" y="6530040"/>
            <a:ext cx="2805120" cy="32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dk1"/>
                </a:solidFill>
                <a:latin typeface="Poppins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/>
                </a:solidFill>
                <a:latin typeface="Poppins Light"/>
              </a:rPr>
              <a:t>&lt;footer&gt;</a:t>
            </a:r>
            <a:endParaRPr b="0" lang="en-IE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0" name="PlaceHolder 6"/>
          <p:cNvSpPr>
            <a:spLocks noGrp="1"/>
          </p:cNvSpPr>
          <p:nvPr>
            <p:ph type="sldNum" idx="54"/>
          </p:nvPr>
        </p:nvSpPr>
        <p:spPr>
          <a:xfrm>
            <a:off x="11415600" y="6530040"/>
            <a:ext cx="428760" cy="32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dk1"/>
                </a:solidFill>
                <a:latin typeface="Poppins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8710940-8FAA-4F57-9A66-6F54093AAF1B}" type="slidenum">
              <a:rPr b="0" lang="en-US" sz="900" spc="-1" strike="noStrike">
                <a:solidFill>
                  <a:schemeClr val="dk1"/>
                </a:solidFill>
                <a:latin typeface="Poppins Light"/>
              </a:rPr>
              <a:t>&lt;number&gt;</a:t>
            </a:fld>
            <a:endParaRPr b="0" lang="en-IE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1" name="Rectangle: Rounded Corners 2"/>
          <p:cNvSpPr/>
          <p:nvPr/>
        </p:nvSpPr>
        <p:spPr>
          <a:xfrm>
            <a:off x="347040" y="327960"/>
            <a:ext cx="11497320" cy="6201360"/>
          </a:xfrm>
          <a:prstGeom prst="roundRect">
            <a:avLst>
              <a:gd name="adj" fmla="val 3015"/>
            </a:avLst>
          </a:prstGeom>
          <a:noFill/>
          <a:ln w="1905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Poppins Light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3" r:id="rId3"/>
  </p:sldLayoutIdLst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859680" y="905400"/>
            <a:ext cx="4571640" cy="93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80000"/>
              </a:lnSpc>
              <a:buNone/>
            </a:pPr>
            <a:r>
              <a:rPr b="0" lang="en-US" sz="3200" spc="49" strike="noStrike" cap="all">
                <a:solidFill>
                  <a:schemeClr val="dk1"/>
                </a:solidFill>
                <a:latin typeface="Lora"/>
              </a:rPr>
              <a:t>Click to edit Master title style</a:t>
            </a:r>
            <a:endParaRPr b="0" lang="en-US" sz="3200" spc="-1" strike="noStrike">
              <a:solidFill>
                <a:schemeClr val="dk1"/>
              </a:solidFill>
              <a:latin typeface="Poppins Light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 type="body"/>
          </p:nvPr>
        </p:nvSpPr>
        <p:spPr>
          <a:xfrm>
            <a:off x="859680" y="1982160"/>
            <a:ext cx="4571640" cy="396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4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400" spc="-1" strike="noStrike">
                <a:solidFill>
                  <a:schemeClr val="dk1"/>
                </a:solidFill>
                <a:latin typeface="Poppins Light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Poppins Light"/>
            </a:endParaRPr>
          </a:p>
          <a:p>
            <a:pPr lvl="1" marL="457200" indent="-228600" defTabSz="914400">
              <a:lnSpc>
                <a:spcPct val="14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200" spc="-1" strike="noStrike">
                <a:solidFill>
                  <a:schemeClr val="dk1"/>
                </a:solidFill>
                <a:latin typeface="Poppins Light"/>
              </a:rPr>
              <a:t>Second level</a:t>
            </a:r>
            <a:endParaRPr b="0" lang="en-US" sz="1200" spc="-1" strike="noStrike">
              <a:solidFill>
                <a:schemeClr val="dk1"/>
              </a:solidFill>
              <a:latin typeface="Poppins Light"/>
            </a:endParaRPr>
          </a:p>
          <a:p>
            <a:pPr lvl="2" marL="685800" indent="-228600" defTabSz="914400">
              <a:lnSpc>
                <a:spcPct val="14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100" spc="-1" strike="noStrike">
                <a:solidFill>
                  <a:schemeClr val="dk1"/>
                </a:solidFill>
                <a:latin typeface="Poppins Light"/>
              </a:rPr>
              <a:t>Third level</a:t>
            </a:r>
            <a:endParaRPr b="0" lang="en-US" sz="1100" spc="-1" strike="noStrike">
              <a:solidFill>
                <a:schemeClr val="dk1"/>
              </a:solidFill>
              <a:latin typeface="Poppins Light"/>
            </a:endParaRPr>
          </a:p>
          <a:p>
            <a:pPr lvl="3" marL="914400" indent="-228600" defTabSz="914400">
              <a:lnSpc>
                <a:spcPct val="14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050" spc="-1" strike="noStrike">
                <a:solidFill>
                  <a:schemeClr val="dk1"/>
                </a:solidFill>
                <a:latin typeface="Poppins Light"/>
              </a:rPr>
              <a:t>Fourth level</a:t>
            </a:r>
            <a:endParaRPr b="0" lang="en-US" sz="1050" spc="-1" strike="noStrike">
              <a:solidFill>
                <a:schemeClr val="dk1"/>
              </a:solidFill>
              <a:latin typeface="Poppins Light"/>
            </a:endParaRPr>
          </a:p>
          <a:p>
            <a:pPr lvl="4" marL="1143000" indent="-228600" defTabSz="914400">
              <a:lnSpc>
                <a:spcPct val="14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000" spc="-1" strike="noStrike">
                <a:solidFill>
                  <a:schemeClr val="dk1"/>
                </a:solidFill>
                <a:latin typeface="Poppins Light"/>
              </a:rPr>
              <a:t>Fifth level</a:t>
            </a:r>
            <a:endParaRPr b="0" lang="en-US" sz="1000" spc="-1" strike="noStrike">
              <a:solidFill>
                <a:schemeClr val="dk1"/>
              </a:solidFill>
              <a:latin typeface="Poppins Light"/>
            </a:endParaRPr>
          </a:p>
        </p:txBody>
      </p:sp>
      <p:sp>
        <p:nvSpPr>
          <p:cNvPr id="114" name="PlaceHolder 3"/>
          <p:cNvSpPr>
            <a:spLocks noGrp="1"/>
          </p:cNvSpPr>
          <p:nvPr>
            <p:ph type="body"/>
          </p:nvPr>
        </p:nvSpPr>
        <p:spPr>
          <a:xfrm>
            <a:off x="5917680" y="333720"/>
            <a:ext cx="5915880" cy="6190200"/>
          </a:xfrm>
          <a:prstGeom prst="rect">
            <a:avLst/>
          </a:prstGeom>
          <a:blipFill rotWithShape="0">
            <a:blip r:embed="rId2">
              <a:alphaModFix amt="70000"/>
            </a:blip>
            <a:stretch/>
          </a:blipFill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Poppins Light"/>
              </a:rPr>
              <a:t>Click icon to add picture</a:t>
            </a:r>
            <a:endParaRPr b="0" lang="en-US" sz="1800" spc="-1" strike="noStrike">
              <a:solidFill>
                <a:schemeClr val="dk1"/>
              </a:solidFill>
              <a:latin typeface="Poppins Light"/>
            </a:endParaRPr>
          </a:p>
        </p:txBody>
      </p:sp>
      <p:sp>
        <p:nvSpPr>
          <p:cNvPr id="115" name="PlaceHolder 4"/>
          <p:cNvSpPr>
            <a:spLocks noGrp="1"/>
          </p:cNvSpPr>
          <p:nvPr>
            <p:ph type="dt" idx="55"/>
          </p:nvPr>
        </p:nvSpPr>
        <p:spPr>
          <a:xfrm>
            <a:off x="347040" y="6530040"/>
            <a:ext cx="2030760" cy="32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dk1"/>
                </a:solidFill>
                <a:latin typeface="Poppins Light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/>
                </a:solidFill>
                <a:latin typeface="Poppins Light"/>
              </a:rPr>
              <a:t>&lt;date/time&gt;</a:t>
            </a:r>
            <a:endParaRPr b="0" lang="en-IE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6" name="PlaceHolder 5"/>
          <p:cNvSpPr>
            <a:spLocks noGrp="1"/>
          </p:cNvSpPr>
          <p:nvPr>
            <p:ph type="ftr" idx="56"/>
          </p:nvPr>
        </p:nvSpPr>
        <p:spPr>
          <a:xfrm>
            <a:off x="2168280" y="6530040"/>
            <a:ext cx="2805120" cy="32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dk1"/>
                </a:solidFill>
                <a:latin typeface="Poppins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/>
                </a:solidFill>
                <a:latin typeface="Poppins Light"/>
              </a:rPr>
              <a:t>&lt;footer&gt;</a:t>
            </a:r>
            <a:endParaRPr b="0" lang="en-IE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7" name="PlaceHolder 6"/>
          <p:cNvSpPr>
            <a:spLocks noGrp="1"/>
          </p:cNvSpPr>
          <p:nvPr>
            <p:ph type="sldNum" idx="57"/>
          </p:nvPr>
        </p:nvSpPr>
        <p:spPr>
          <a:xfrm>
            <a:off x="4923720" y="6530040"/>
            <a:ext cx="428760" cy="32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dk1"/>
                </a:solidFill>
                <a:latin typeface="Poppins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6B58A10-4ED1-43F9-81FA-3E0E59E4D5E8}" type="slidenum">
              <a:rPr b="0" lang="en-US" sz="900" spc="-1" strike="noStrike">
                <a:solidFill>
                  <a:schemeClr val="dk1"/>
                </a:solidFill>
                <a:latin typeface="Poppins Light"/>
              </a:rPr>
              <a:t>&lt;number&gt;</a:t>
            </a:fld>
            <a:endParaRPr b="0" lang="en-IE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8" name="Rectangle: Rounded Corners 3"/>
          <p:cNvSpPr/>
          <p:nvPr/>
        </p:nvSpPr>
        <p:spPr>
          <a:xfrm>
            <a:off x="347040" y="327960"/>
            <a:ext cx="11497320" cy="6201360"/>
          </a:xfrm>
          <a:prstGeom prst="roundRect">
            <a:avLst>
              <a:gd name="adj" fmla="val 3015"/>
            </a:avLst>
          </a:prstGeom>
          <a:noFill/>
          <a:ln w="1905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Poppins Light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5" r:id="rId3"/>
  </p:sldLayoutIdLst>
</p:sldMaster>
</file>

<file path=ppt/slideMasters/slideMaster2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8102880" y="907200"/>
            <a:ext cx="3222720" cy="120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93740"/>
          </a:bodyPr>
          <a:p>
            <a:pPr indent="0" defTabSz="914400">
              <a:lnSpc>
                <a:spcPct val="80000"/>
              </a:lnSpc>
              <a:buNone/>
            </a:pPr>
            <a:r>
              <a:rPr b="0" lang="en-US" sz="3200" spc="49" strike="noStrike" cap="all">
                <a:solidFill>
                  <a:schemeClr val="dk1"/>
                </a:solidFill>
                <a:latin typeface="Lora"/>
              </a:rPr>
              <a:t>Click to edit Master title style</a:t>
            </a:r>
            <a:endParaRPr b="0" lang="en-US" sz="3200" spc="-1" strike="noStrike">
              <a:solidFill>
                <a:schemeClr val="dk1"/>
              </a:solidFill>
              <a:latin typeface="Poppins Light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 type="body"/>
          </p:nvPr>
        </p:nvSpPr>
        <p:spPr>
          <a:xfrm>
            <a:off x="358200" y="333720"/>
            <a:ext cx="7225560" cy="6190200"/>
          </a:xfrm>
          <a:prstGeom prst="rect">
            <a:avLst/>
          </a:prstGeom>
          <a:blipFill rotWithShape="0">
            <a:blip r:embed="rId2">
              <a:alphaModFix amt="70000"/>
            </a:blip>
            <a:stretch/>
          </a:blipFill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Poppins Light"/>
              </a:rPr>
              <a:t>Click icon to add picture</a:t>
            </a:r>
            <a:endParaRPr b="0" lang="en-US" sz="1800" spc="-1" strike="noStrike">
              <a:solidFill>
                <a:schemeClr val="dk1"/>
              </a:solidFill>
              <a:latin typeface="Poppins Light"/>
            </a:endParaRPr>
          </a:p>
        </p:txBody>
      </p:sp>
      <p:sp>
        <p:nvSpPr>
          <p:cNvPr id="121" name="PlaceHolder 3"/>
          <p:cNvSpPr>
            <a:spLocks noGrp="1"/>
          </p:cNvSpPr>
          <p:nvPr>
            <p:ph type="body"/>
          </p:nvPr>
        </p:nvSpPr>
        <p:spPr>
          <a:xfrm>
            <a:off x="8102880" y="2240280"/>
            <a:ext cx="3222720" cy="3710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4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400" spc="-1" strike="noStrike">
                <a:solidFill>
                  <a:schemeClr val="dk1"/>
                </a:solidFill>
                <a:latin typeface="Poppins Light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Poppins Light"/>
            </a:endParaRPr>
          </a:p>
          <a:p>
            <a:pPr lvl="1" marL="457200" indent="-228600" defTabSz="914400">
              <a:lnSpc>
                <a:spcPct val="14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200" spc="-1" strike="noStrike">
                <a:solidFill>
                  <a:schemeClr val="dk1"/>
                </a:solidFill>
                <a:latin typeface="Poppins Light"/>
              </a:rPr>
              <a:t>Second level</a:t>
            </a:r>
            <a:endParaRPr b="0" lang="en-US" sz="1200" spc="-1" strike="noStrike">
              <a:solidFill>
                <a:schemeClr val="dk1"/>
              </a:solidFill>
              <a:latin typeface="Poppins Light"/>
            </a:endParaRPr>
          </a:p>
          <a:p>
            <a:pPr lvl="2" marL="685800" indent="-228600" defTabSz="914400">
              <a:lnSpc>
                <a:spcPct val="14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100" spc="-1" strike="noStrike">
                <a:solidFill>
                  <a:schemeClr val="dk1"/>
                </a:solidFill>
                <a:latin typeface="Poppins Light"/>
              </a:rPr>
              <a:t>Third level</a:t>
            </a:r>
            <a:endParaRPr b="0" lang="en-US" sz="1100" spc="-1" strike="noStrike">
              <a:solidFill>
                <a:schemeClr val="dk1"/>
              </a:solidFill>
              <a:latin typeface="Poppins Light"/>
            </a:endParaRPr>
          </a:p>
          <a:p>
            <a:pPr lvl="3" marL="914400" indent="-228600" defTabSz="914400">
              <a:lnSpc>
                <a:spcPct val="14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050" spc="-1" strike="noStrike">
                <a:solidFill>
                  <a:schemeClr val="dk1"/>
                </a:solidFill>
                <a:latin typeface="Poppins Light"/>
              </a:rPr>
              <a:t>Fourth level</a:t>
            </a:r>
            <a:endParaRPr b="0" lang="en-US" sz="1050" spc="-1" strike="noStrike">
              <a:solidFill>
                <a:schemeClr val="dk1"/>
              </a:solidFill>
              <a:latin typeface="Poppins Light"/>
            </a:endParaRPr>
          </a:p>
          <a:p>
            <a:pPr lvl="4" marL="1143000" indent="-228600" defTabSz="914400">
              <a:lnSpc>
                <a:spcPct val="14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000" spc="-1" strike="noStrike">
                <a:solidFill>
                  <a:schemeClr val="dk1"/>
                </a:solidFill>
                <a:latin typeface="Poppins Light"/>
              </a:rPr>
              <a:t>Fifth level</a:t>
            </a:r>
            <a:endParaRPr b="0" lang="en-US" sz="1000" spc="-1" strike="noStrike">
              <a:solidFill>
                <a:schemeClr val="dk1"/>
              </a:solidFill>
              <a:latin typeface="Poppins Light"/>
            </a:endParaRPr>
          </a:p>
        </p:txBody>
      </p:sp>
      <p:sp>
        <p:nvSpPr>
          <p:cNvPr id="122" name="PlaceHolder 4"/>
          <p:cNvSpPr>
            <a:spLocks noGrp="1"/>
          </p:cNvSpPr>
          <p:nvPr>
            <p:ph type="dt" idx="58"/>
          </p:nvPr>
        </p:nvSpPr>
        <p:spPr>
          <a:xfrm>
            <a:off x="8102880" y="6530040"/>
            <a:ext cx="921960" cy="32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dk1"/>
                </a:solidFill>
                <a:latin typeface="Poppins Light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/>
                </a:solidFill>
                <a:latin typeface="Poppins Light"/>
              </a:rPr>
              <a:t>&lt;date/time&gt;</a:t>
            </a:r>
            <a:endParaRPr b="0" lang="en-IE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3" name="PlaceHolder 5"/>
          <p:cNvSpPr>
            <a:spLocks noGrp="1"/>
          </p:cNvSpPr>
          <p:nvPr>
            <p:ph type="ftr" idx="59"/>
          </p:nvPr>
        </p:nvSpPr>
        <p:spPr>
          <a:xfrm>
            <a:off x="9025560" y="6530040"/>
            <a:ext cx="2390040" cy="32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dk1"/>
                </a:solidFill>
                <a:latin typeface="Poppins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/>
                </a:solidFill>
                <a:latin typeface="Poppins Light"/>
              </a:rPr>
              <a:t>&lt;footer&gt;</a:t>
            </a:r>
            <a:endParaRPr b="0" lang="en-IE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4" name="PlaceHolder 6"/>
          <p:cNvSpPr>
            <a:spLocks noGrp="1"/>
          </p:cNvSpPr>
          <p:nvPr>
            <p:ph type="sldNum" idx="60"/>
          </p:nvPr>
        </p:nvSpPr>
        <p:spPr>
          <a:xfrm>
            <a:off x="11415600" y="6530040"/>
            <a:ext cx="428760" cy="32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dk1"/>
                </a:solidFill>
                <a:latin typeface="Poppins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A593027-DA4E-4699-840A-AF2CEB285201}" type="slidenum">
              <a:rPr b="0" lang="en-US" sz="900" spc="-1" strike="noStrike">
                <a:solidFill>
                  <a:schemeClr val="dk1"/>
                </a:solidFill>
                <a:latin typeface="Poppins Light"/>
              </a:rPr>
              <a:t>&lt;number&gt;</a:t>
            </a:fld>
            <a:endParaRPr b="0" lang="en-IE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5" name="Rectangle: Rounded Corners 4"/>
          <p:cNvSpPr/>
          <p:nvPr/>
        </p:nvSpPr>
        <p:spPr>
          <a:xfrm>
            <a:off x="347040" y="327960"/>
            <a:ext cx="11497320" cy="6201360"/>
          </a:xfrm>
          <a:prstGeom prst="roundRect">
            <a:avLst>
              <a:gd name="adj" fmla="val 3015"/>
            </a:avLst>
          </a:prstGeom>
          <a:noFill/>
          <a:ln w="1905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Poppins Light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7" r:id="rId3"/>
  </p:sldLayoutIdLst>
</p:sldMaster>
</file>

<file path=ppt/slideMasters/slideMaster2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859680" y="907200"/>
            <a:ext cx="3350880" cy="120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93740"/>
          </a:bodyPr>
          <a:p>
            <a:pPr indent="0" defTabSz="914400">
              <a:lnSpc>
                <a:spcPct val="80000"/>
              </a:lnSpc>
              <a:buNone/>
            </a:pPr>
            <a:r>
              <a:rPr b="0" lang="en-US" sz="3200" spc="49" strike="noStrike" cap="all">
                <a:solidFill>
                  <a:schemeClr val="dk1"/>
                </a:solidFill>
                <a:latin typeface="Lora"/>
              </a:rPr>
              <a:t>Click to edit Master title style</a:t>
            </a:r>
            <a:endParaRPr b="0" lang="en-US" sz="3200" spc="-1" strike="noStrike">
              <a:solidFill>
                <a:schemeClr val="dk1"/>
              </a:solidFill>
              <a:latin typeface="Poppins Light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 type="body"/>
          </p:nvPr>
        </p:nvSpPr>
        <p:spPr>
          <a:xfrm>
            <a:off x="859680" y="2244960"/>
            <a:ext cx="3350880" cy="3705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4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400" spc="-1" strike="noStrike">
                <a:solidFill>
                  <a:schemeClr val="dk1"/>
                </a:solidFill>
                <a:latin typeface="Poppins Light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Poppins Light"/>
            </a:endParaRPr>
          </a:p>
          <a:p>
            <a:pPr lvl="1" marL="457200" indent="-228600" defTabSz="914400">
              <a:lnSpc>
                <a:spcPct val="14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200" spc="-1" strike="noStrike">
                <a:solidFill>
                  <a:schemeClr val="dk1"/>
                </a:solidFill>
                <a:latin typeface="Poppins Light"/>
              </a:rPr>
              <a:t>Second level</a:t>
            </a:r>
            <a:endParaRPr b="0" lang="en-US" sz="1200" spc="-1" strike="noStrike">
              <a:solidFill>
                <a:schemeClr val="dk1"/>
              </a:solidFill>
              <a:latin typeface="Poppins Light"/>
            </a:endParaRPr>
          </a:p>
          <a:p>
            <a:pPr lvl="2" marL="685800" indent="-228600" defTabSz="914400">
              <a:lnSpc>
                <a:spcPct val="14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100" spc="-1" strike="noStrike">
                <a:solidFill>
                  <a:schemeClr val="dk1"/>
                </a:solidFill>
                <a:latin typeface="Poppins Light"/>
              </a:rPr>
              <a:t>Third level</a:t>
            </a:r>
            <a:endParaRPr b="0" lang="en-US" sz="1100" spc="-1" strike="noStrike">
              <a:solidFill>
                <a:schemeClr val="dk1"/>
              </a:solidFill>
              <a:latin typeface="Poppins Light"/>
            </a:endParaRPr>
          </a:p>
          <a:p>
            <a:pPr lvl="3" marL="914400" indent="-228600" defTabSz="914400">
              <a:lnSpc>
                <a:spcPct val="14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050" spc="-1" strike="noStrike">
                <a:solidFill>
                  <a:schemeClr val="dk1"/>
                </a:solidFill>
                <a:latin typeface="Poppins Light"/>
              </a:rPr>
              <a:t>Fourth level</a:t>
            </a:r>
            <a:endParaRPr b="0" lang="en-US" sz="1050" spc="-1" strike="noStrike">
              <a:solidFill>
                <a:schemeClr val="dk1"/>
              </a:solidFill>
              <a:latin typeface="Poppins Light"/>
            </a:endParaRPr>
          </a:p>
          <a:p>
            <a:pPr lvl="4" marL="1143000" indent="-228600" defTabSz="914400">
              <a:lnSpc>
                <a:spcPct val="14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000" spc="-1" strike="noStrike">
                <a:solidFill>
                  <a:schemeClr val="dk1"/>
                </a:solidFill>
                <a:latin typeface="Poppins Light"/>
              </a:rPr>
              <a:t>Fifth level</a:t>
            </a:r>
            <a:endParaRPr b="0" lang="en-US" sz="1000" spc="-1" strike="noStrike">
              <a:solidFill>
                <a:schemeClr val="dk1"/>
              </a:solidFill>
              <a:latin typeface="Poppins Light"/>
            </a:endParaRPr>
          </a:p>
        </p:txBody>
      </p:sp>
      <p:sp>
        <p:nvSpPr>
          <p:cNvPr id="128" name="PlaceHolder 3"/>
          <p:cNvSpPr>
            <a:spLocks noGrp="1"/>
          </p:cNvSpPr>
          <p:nvPr>
            <p:ph type="body"/>
          </p:nvPr>
        </p:nvSpPr>
        <p:spPr>
          <a:xfrm>
            <a:off x="4761720" y="333720"/>
            <a:ext cx="7071840" cy="6190200"/>
          </a:xfrm>
          <a:prstGeom prst="rect">
            <a:avLst/>
          </a:prstGeom>
          <a:blipFill rotWithShape="0">
            <a:blip r:embed="rId2">
              <a:alphaModFix amt="70000"/>
            </a:blip>
            <a:stretch/>
          </a:blipFill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Poppins Light"/>
              </a:rPr>
              <a:t>Click icon to add picture</a:t>
            </a:r>
            <a:endParaRPr b="0" lang="en-US" sz="1800" spc="-1" strike="noStrike">
              <a:solidFill>
                <a:schemeClr val="dk1"/>
              </a:solidFill>
              <a:latin typeface="Poppins Light"/>
            </a:endParaRPr>
          </a:p>
        </p:txBody>
      </p:sp>
      <p:sp>
        <p:nvSpPr>
          <p:cNvPr id="129" name="PlaceHolder 4"/>
          <p:cNvSpPr>
            <a:spLocks noGrp="1"/>
          </p:cNvSpPr>
          <p:nvPr>
            <p:ph type="dt" idx="61"/>
          </p:nvPr>
        </p:nvSpPr>
        <p:spPr>
          <a:xfrm>
            <a:off x="347040" y="6530040"/>
            <a:ext cx="1067400" cy="32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dk1"/>
                </a:solidFill>
                <a:latin typeface="Poppins Light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/>
                </a:solidFill>
                <a:latin typeface="Poppins Light"/>
              </a:rPr>
              <a:t>&lt;date/time&gt;</a:t>
            </a:r>
            <a:endParaRPr b="0" lang="en-IE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0" name="PlaceHolder 5"/>
          <p:cNvSpPr>
            <a:spLocks noGrp="1"/>
          </p:cNvSpPr>
          <p:nvPr>
            <p:ph type="ftr" idx="62"/>
          </p:nvPr>
        </p:nvSpPr>
        <p:spPr>
          <a:xfrm>
            <a:off x="1204920" y="6530040"/>
            <a:ext cx="2805120" cy="32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dk1"/>
                </a:solidFill>
                <a:latin typeface="Poppins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/>
                </a:solidFill>
                <a:latin typeface="Poppins Light"/>
              </a:rPr>
              <a:t>&lt;footer&gt;</a:t>
            </a:r>
            <a:endParaRPr b="0" lang="en-IE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1" name="PlaceHolder 6"/>
          <p:cNvSpPr>
            <a:spLocks noGrp="1"/>
          </p:cNvSpPr>
          <p:nvPr>
            <p:ph type="sldNum" idx="63"/>
          </p:nvPr>
        </p:nvSpPr>
        <p:spPr>
          <a:xfrm>
            <a:off x="3960360" y="6530040"/>
            <a:ext cx="428760" cy="32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dk1"/>
                </a:solidFill>
                <a:latin typeface="Poppins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6A97BE1-EBDE-4890-9D43-9C75719D6234}" type="slidenum">
              <a:rPr b="0" lang="en-US" sz="900" spc="-1" strike="noStrike">
                <a:solidFill>
                  <a:schemeClr val="dk1"/>
                </a:solidFill>
                <a:latin typeface="Poppins Light"/>
              </a:rPr>
              <a:t>&lt;number&gt;</a:t>
            </a:fld>
            <a:endParaRPr b="0" lang="en-IE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2" name="Rectangle: Rounded Corners 3"/>
          <p:cNvSpPr/>
          <p:nvPr/>
        </p:nvSpPr>
        <p:spPr>
          <a:xfrm>
            <a:off x="347040" y="327960"/>
            <a:ext cx="11497320" cy="6201360"/>
          </a:xfrm>
          <a:prstGeom prst="roundRect">
            <a:avLst>
              <a:gd name="adj" fmla="val 3015"/>
            </a:avLst>
          </a:prstGeom>
          <a:noFill/>
          <a:ln w="1905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Poppins Light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9" r:id="rId3"/>
  </p:sldLayoutIdLst>
</p:sldMaster>
</file>

<file path=ppt/slideMasters/slideMaster2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8300160" y="907200"/>
            <a:ext cx="3025440" cy="2114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80000"/>
              </a:lnSpc>
              <a:buNone/>
            </a:pPr>
            <a:r>
              <a:rPr b="0" lang="en-US" sz="4500" spc="49" strike="noStrike" cap="all">
                <a:solidFill>
                  <a:schemeClr val="dk1"/>
                </a:solidFill>
                <a:latin typeface="Lora"/>
              </a:rPr>
              <a:t>Click to edit Master title style</a:t>
            </a:r>
            <a:endParaRPr b="0" lang="en-US" sz="4500" spc="-1" strike="noStrike">
              <a:solidFill>
                <a:schemeClr val="dk1"/>
              </a:solidFill>
              <a:latin typeface="Poppins Light"/>
            </a:endParaRPr>
          </a:p>
        </p:txBody>
      </p:sp>
      <p:sp>
        <p:nvSpPr>
          <p:cNvPr id="134" name="PlaceHolder 2"/>
          <p:cNvSpPr>
            <a:spLocks noGrp="1"/>
          </p:cNvSpPr>
          <p:nvPr>
            <p:ph type="body"/>
          </p:nvPr>
        </p:nvSpPr>
        <p:spPr>
          <a:xfrm>
            <a:off x="358200" y="333720"/>
            <a:ext cx="7422840" cy="6190200"/>
          </a:xfrm>
          <a:prstGeom prst="rect">
            <a:avLst/>
          </a:prstGeom>
          <a:blipFill rotWithShape="0">
            <a:blip r:embed="rId2">
              <a:alphaModFix amt="70000"/>
            </a:blip>
            <a:stretch/>
          </a:blipFill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Poppins Light"/>
              </a:rPr>
              <a:t>Click icon to add picture</a:t>
            </a:r>
            <a:endParaRPr b="0" lang="en-US" sz="1800" spc="-1" strike="noStrike">
              <a:solidFill>
                <a:schemeClr val="dk1"/>
              </a:solidFill>
              <a:latin typeface="Poppins Light"/>
            </a:endParaRPr>
          </a:p>
        </p:txBody>
      </p:sp>
      <p:sp>
        <p:nvSpPr>
          <p:cNvPr id="135" name="PlaceHolder 3"/>
          <p:cNvSpPr>
            <a:spLocks noGrp="1"/>
          </p:cNvSpPr>
          <p:nvPr>
            <p:ph type="body"/>
          </p:nvPr>
        </p:nvSpPr>
        <p:spPr>
          <a:xfrm>
            <a:off x="8300160" y="3156120"/>
            <a:ext cx="3025440" cy="279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4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1"/>
                </a:solidFill>
                <a:latin typeface="Poppins Light"/>
              </a:rPr>
              <a:t>Click to edit Master text styles</a:t>
            </a:r>
            <a:endParaRPr b="0" lang="en-US" sz="1600" spc="-1" strike="noStrike">
              <a:solidFill>
                <a:schemeClr val="dk1"/>
              </a:solidFill>
              <a:latin typeface="Poppins Light"/>
            </a:endParaRPr>
          </a:p>
          <a:p>
            <a:pPr marL="228600" indent="0" defTabSz="914400">
              <a:lnSpc>
                <a:spcPct val="14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Poppins Light"/>
              </a:rPr>
              <a:t>Second level</a:t>
            </a:r>
            <a:endParaRPr b="0" lang="en-US" sz="1400" spc="-1" strike="noStrike">
              <a:solidFill>
                <a:schemeClr val="dk1"/>
              </a:solidFill>
              <a:latin typeface="Poppins Light"/>
            </a:endParaRPr>
          </a:p>
          <a:p>
            <a:pPr marL="457200" indent="0" defTabSz="914400">
              <a:lnSpc>
                <a:spcPct val="14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Poppins Light"/>
              </a:rPr>
              <a:t>Third level</a:t>
            </a:r>
            <a:endParaRPr b="0" lang="en-US" sz="1200" spc="-1" strike="noStrike">
              <a:solidFill>
                <a:schemeClr val="dk1"/>
              </a:solidFill>
              <a:latin typeface="Poppins Light"/>
            </a:endParaRPr>
          </a:p>
          <a:p>
            <a:pPr marL="685800" indent="0" defTabSz="914400">
              <a:lnSpc>
                <a:spcPct val="14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Poppins Light"/>
              </a:rPr>
              <a:t>Fourth level</a:t>
            </a:r>
            <a:endParaRPr b="0" lang="en-US" sz="1100" spc="-1" strike="noStrike">
              <a:solidFill>
                <a:schemeClr val="dk1"/>
              </a:solidFill>
              <a:latin typeface="Poppins Light"/>
            </a:endParaRPr>
          </a:p>
          <a:p>
            <a:pPr marL="914400" indent="0" defTabSz="914400">
              <a:lnSpc>
                <a:spcPct val="14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chemeClr val="dk1"/>
                </a:solidFill>
                <a:latin typeface="Poppins Light"/>
              </a:rPr>
              <a:t>Fifth level</a:t>
            </a:r>
            <a:endParaRPr b="0" lang="en-US" sz="1050" spc="-1" strike="noStrike">
              <a:solidFill>
                <a:schemeClr val="dk1"/>
              </a:solidFill>
              <a:latin typeface="Poppins Light"/>
            </a:endParaRPr>
          </a:p>
        </p:txBody>
      </p:sp>
      <p:sp>
        <p:nvSpPr>
          <p:cNvPr id="136" name="PlaceHolder 4"/>
          <p:cNvSpPr>
            <a:spLocks noGrp="1"/>
          </p:cNvSpPr>
          <p:nvPr>
            <p:ph type="dt" idx="64"/>
          </p:nvPr>
        </p:nvSpPr>
        <p:spPr>
          <a:xfrm>
            <a:off x="8343000" y="6530040"/>
            <a:ext cx="1003320" cy="32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dk1"/>
                </a:solidFill>
                <a:latin typeface="Poppins Light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/>
                </a:solidFill>
                <a:latin typeface="Poppins Light"/>
              </a:rPr>
              <a:t>&lt;date/time&gt;</a:t>
            </a:r>
            <a:endParaRPr b="0" lang="en-IE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7" name="PlaceHolder 5"/>
          <p:cNvSpPr>
            <a:spLocks noGrp="1"/>
          </p:cNvSpPr>
          <p:nvPr>
            <p:ph type="ftr" idx="65"/>
          </p:nvPr>
        </p:nvSpPr>
        <p:spPr>
          <a:xfrm>
            <a:off x="9346680" y="6530040"/>
            <a:ext cx="2068560" cy="32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dk1"/>
                </a:solidFill>
                <a:latin typeface="Poppins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/>
                </a:solidFill>
                <a:latin typeface="Poppins Light"/>
              </a:rPr>
              <a:t>&lt;footer&gt;</a:t>
            </a:r>
            <a:endParaRPr b="0" lang="en-IE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8" name="PlaceHolder 6"/>
          <p:cNvSpPr>
            <a:spLocks noGrp="1"/>
          </p:cNvSpPr>
          <p:nvPr>
            <p:ph type="sldNum" idx="66"/>
          </p:nvPr>
        </p:nvSpPr>
        <p:spPr>
          <a:xfrm>
            <a:off x="11415600" y="6530040"/>
            <a:ext cx="428760" cy="32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dk1"/>
                </a:solidFill>
                <a:latin typeface="Poppins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F189A61-F523-4CC8-B2B9-61A4C9217C62}" type="slidenum">
              <a:rPr b="0" lang="en-US" sz="900" spc="-1" strike="noStrike">
                <a:solidFill>
                  <a:schemeClr val="dk1"/>
                </a:solidFill>
                <a:latin typeface="Poppins Light"/>
              </a:rPr>
              <a:t>&lt;number&gt;</a:t>
            </a:fld>
            <a:endParaRPr b="0" lang="en-IE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9" name="Rectangle: Rounded Corners 3"/>
          <p:cNvSpPr/>
          <p:nvPr/>
        </p:nvSpPr>
        <p:spPr>
          <a:xfrm>
            <a:off x="347040" y="327960"/>
            <a:ext cx="11497320" cy="6201360"/>
          </a:xfrm>
          <a:prstGeom prst="roundRect">
            <a:avLst>
              <a:gd name="adj" fmla="val 3015"/>
            </a:avLst>
          </a:prstGeom>
          <a:noFill/>
          <a:ln w="1905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Poppins Light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1" r:id="rId3"/>
  </p:sldLayoutIdLst>
</p:sldMaster>
</file>

<file path=ppt/slideMasters/slideMaster2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7103880" y="907200"/>
            <a:ext cx="4221720" cy="369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80000"/>
              </a:lnSpc>
              <a:buNone/>
            </a:pPr>
            <a:r>
              <a:rPr b="0" lang="en-US" sz="5000" spc="49" strike="noStrike" cap="all">
                <a:solidFill>
                  <a:schemeClr val="dk1"/>
                </a:solidFill>
                <a:latin typeface="Lora"/>
              </a:rPr>
              <a:t>Click to edit Master title style</a:t>
            </a:r>
            <a:endParaRPr b="0" lang="en-US" sz="5000" spc="-1" strike="noStrike">
              <a:solidFill>
                <a:schemeClr val="dk1"/>
              </a:solidFill>
              <a:latin typeface="Poppins Light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 type="body"/>
          </p:nvPr>
        </p:nvSpPr>
        <p:spPr>
          <a:xfrm>
            <a:off x="358200" y="333720"/>
            <a:ext cx="6226560" cy="6190200"/>
          </a:xfrm>
          <a:prstGeom prst="rect">
            <a:avLst/>
          </a:prstGeom>
          <a:blipFill rotWithShape="0">
            <a:blip r:embed="rId2">
              <a:alphaModFix amt="70000"/>
            </a:blip>
            <a:stretch/>
          </a:blipFill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Poppins Light"/>
              </a:rPr>
              <a:t>Click icon to add picture</a:t>
            </a:r>
            <a:endParaRPr b="0" lang="en-US" sz="1800" spc="-1" strike="noStrike">
              <a:solidFill>
                <a:schemeClr val="dk1"/>
              </a:solidFill>
              <a:latin typeface="Poppins Light"/>
            </a:endParaRPr>
          </a:p>
        </p:txBody>
      </p:sp>
      <p:sp>
        <p:nvSpPr>
          <p:cNvPr id="142" name="PlaceHolder 3"/>
          <p:cNvSpPr>
            <a:spLocks noGrp="1"/>
          </p:cNvSpPr>
          <p:nvPr>
            <p:ph type="dt" idx="67"/>
          </p:nvPr>
        </p:nvSpPr>
        <p:spPr>
          <a:xfrm>
            <a:off x="7169040" y="6530040"/>
            <a:ext cx="1707120" cy="32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dk1"/>
                </a:solidFill>
                <a:latin typeface="Poppins Light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/>
                </a:solidFill>
                <a:latin typeface="Poppins Light"/>
              </a:rPr>
              <a:t>&lt;date/time&gt;</a:t>
            </a:r>
            <a:endParaRPr b="0" lang="en-IE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3" name="PlaceHolder 4"/>
          <p:cNvSpPr>
            <a:spLocks noGrp="1"/>
          </p:cNvSpPr>
          <p:nvPr>
            <p:ph type="ftr" idx="68"/>
          </p:nvPr>
        </p:nvSpPr>
        <p:spPr>
          <a:xfrm>
            <a:off x="8660160" y="6530040"/>
            <a:ext cx="2805120" cy="32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dk1"/>
                </a:solidFill>
                <a:latin typeface="Poppins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/>
                </a:solidFill>
                <a:latin typeface="Poppins Light"/>
              </a:rPr>
              <a:t>&lt;footer&gt;</a:t>
            </a:r>
            <a:endParaRPr b="0" lang="en-IE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4" name="PlaceHolder 5"/>
          <p:cNvSpPr>
            <a:spLocks noGrp="1"/>
          </p:cNvSpPr>
          <p:nvPr>
            <p:ph type="sldNum" idx="69"/>
          </p:nvPr>
        </p:nvSpPr>
        <p:spPr>
          <a:xfrm>
            <a:off x="11415600" y="6530040"/>
            <a:ext cx="428760" cy="32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dk1"/>
                </a:solidFill>
                <a:latin typeface="Poppins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02DACB1-7EA9-4B33-9DC8-E917B2868405}" type="slidenum">
              <a:rPr b="0" lang="en-US" sz="900" spc="-1" strike="noStrike">
                <a:solidFill>
                  <a:schemeClr val="dk1"/>
                </a:solidFill>
                <a:latin typeface="Poppins Light"/>
              </a:rPr>
              <a:t>&lt;number&gt;</a:t>
            </a:fld>
            <a:endParaRPr b="0" lang="en-IE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5" name="Rectangle: Rounded Corners 6"/>
          <p:cNvSpPr/>
          <p:nvPr/>
        </p:nvSpPr>
        <p:spPr>
          <a:xfrm>
            <a:off x="347040" y="327960"/>
            <a:ext cx="11497320" cy="6201360"/>
          </a:xfrm>
          <a:prstGeom prst="roundRect">
            <a:avLst>
              <a:gd name="adj" fmla="val 3015"/>
            </a:avLst>
          </a:prstGeom>
          <a:noFill/>
          <a:ln w="1905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Poppins Light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3" r:id="rId3"/>
  </p:sldLayoutIdLst>
</p:sldMaster>
</file>

<file path=ppt/slideMasters/slideMaster2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321840" y="5012280"/>
            <a:ext cx="3739680" cy="1389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80000"/>
              </a:lnSpc>
              <a:buNone/>
            </a:pPr>
            <a:r>
              <a:rPr b="0" lang="en-US" sz="3200" spc="49" strike="noStrike" cap="all">
                <a:solidFill>
                  <a:schemeClr val="dk1"/>
                </a:solidFill>
                <a:latin typeface="Lora"/>
              </a:rPr>
              <a:t>Click to edit Master title style</a:t>
            </a:r>
            <a:endParaRPr b="0" lang="en-US" sz="3200" spc="-1" strike="noStrike">
              <a:solidFill>
                <a:schemeClr val="dk1"/>
              </a:solidFill>
              <a:latin typeface="Poppins Light"/>
            </a:endParaRPr>
          </a:p>
        </p:txBody>
      </p:sp>
      <p:sp>
        <p:nvSpPr>
          <p:cNvPr id="14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12191760" cy="4634640"/>
          </a:xfrm>
          <a:prstGeom prst="rect">
            <a:avLst/>
          </a:prstGeom>
          <a:blipFill rotWithShape="0">
            <a:blip r:embed="rId2">
              <a:alphaModFix amt="70000"/>
            </a:blip>
            <a:stretch/>
          </a:blipFill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Poppins Light"/>
              </a:rPr>
              <a:t>Click icon to add picture</a:t>
            </a:r>
            <a:endParaRPr b="0" lang="en-US" sz="1800" spc="-1" strike="noStrike">
              <a:solidFill>
                <a:schemeClr val="dk1"/>
              </a:solidFill>
              <a:latin typeface="Poppins Light"/>
            </a:endParaRPr>
          </a:p>
        </p:txBody>
      </p:sp>
      <p:sp>
        <p:nvSpPr>
          <p:cNvPr id="148" name="PlaceHolder 3"/>
          <p:cNvSpPr>
            <a:spLocks noGrp="1"/>
          </p:cNvSpPr>
          <p:nvPr>
            <p:ph type="body"/>
          </p:nvPr>
        </p:nvSpPr>
        <p:spPr>
          <a:xfrm>
            <a:off x="5349240" y="5012280"/>
            <a:ext cx="6400440" cy="1389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4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1"/>
                </a:solidFill>
                <a:latin typeface="Poppins Light"/>
              </a:rPr>
              <a:t>Click to edit Master text styles</a:t>
            </a:r>
            <a:endParaRPr b="0" lang="en-US" sz="1600" spc="-1" strike="noStrike">
              <a:solidFill>
                <a:schemeClr val="dk1"/>
              </a:solidFill>
              <a:latin typeface="Poppins Light"/>
            </a:endParaRPr>
          </a:p>
          <a:p>
            <a:pPr marL="228600" indent="0" defTabSz="914400">
              <a:lnSpc>
                <a:spcPct val="14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Poppins Light"/>
              </a:rPr>
              <a:t>Second level</a:t>
            </a:r>
            <a:endParaRPr b="0" lang="en-US" sz="1400" spc="-1" strike="noStrike">
              <a:solidFill>
                <a:schemeClr val="dk1"/>
              </a:solidFill>
              <a:latin typeface="Poppins Light"/>
            </a:endParaRPr>
          </a:p>
          <a:p>
            <a:pPr marL="457200" indent="0" defTabSz="914400">
              <a:lnSpc>
                <a:spcPct val="14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Poppins Light"/>
              </a:rPr>
              <a:t>Third level</a:t>
            </a:r>
            <a:endParaRPr b="0" lang="en-US" sz="1200" spc="-1" strike="noStrike">
              <a:solidFill>
                <a:schemeClr val="dk1"/>
              </a:solidFill>
              <a:latin typeface="Poppins Light"/>
            </a:endParaRPr>
          </a:p>
          <a:p>
            <a:pPr marL="685800" indent="0" defTabSz="914400">
              <a:lnSpc>
                <a:spcPct val="14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Poppins Light"/>
              </a:rPr>
              <a:t>Fourth level</a:t>
            </a:r>
            <a:endParaRPr b="0" lang="en-US" sz="1100" spc="-1" strike="noStrike">
              <a:solidFill>
                <a:schemeClr val="dk1"/>
              </a:solidFill>
              <a:latin typeface="Poppins Light"/>
            </a:endParaRPr>
          </a:p>
          <a:p>
            <a:pPr marL="914400" indent="0" defTabSz="914400">
              <a:lnSpc>
                <a:spcPct val="14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chemeClr val="dk1"/>
                </a:solidFill>
                <a:latin typeface="Poppins Light"/>
              </a:rPr>
              <a:t>Fifth level</a:t>
            </a:r>
            <a:endParaRPr b="0" lang="en-US" sz="1050" spc="-1" strike="noStrike">
              <a:solidFill>
                <a:schemeClr val="dk1"/>
              </a:solidFill>
              <a:latin typeface="Poppins Light"/>
            </a:endParaRPr>
          </a:p>
        </p:txBody>
      </p:sp>
      <p:sp>
        <p:nvSpPr>
          <p:cNvPr id="149" name="PlaceHolder 4"/>
          <p:cNvSpPr>
            <a:spLocks noGrp="1"/>
          </p:cNvSpPr>
          <p:nvPr>
            <p:ph type="dt" idx="70"/>
          </p:nvPr>
        </p:nvSpPr>
        <p:spPr>
          <a:xfrm>
            <a:off x="347040" y="6530040"/>
            <a:ext cx="3283920" cy="32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dk1"/>
                </a:solidFill>
                <a:latin typeface="Poppins Light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/>
                </a:solidFill>
                <a:latin typeface="Poppins Light"/>
              </a:rPr>
              <a:t>&lt;date/time&gt;</a:t>
            </a:r>
            <a:endParaRPr b="0" lang="en-IE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0" name="PlaceHolder 5"/>
          <p:cNvSpPr>
            <a:spLocks noGrp="1"/>
          </p:cNvSpPr>
          <p:nvPr>
            <p:ph type="ftr" idx="71"/>
          </p:nvPr>
        </p:nvSpPr>
        <p:spPr>
          <a:xfrm>
            <a:off x="8660160" y="6530040"/>
            <a:ext cx="2805120" cy="32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dk1"/>
                </a:solidFill>
                <a:latin typeface="Poppins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/>
                </a:solidFill>
                <a:latin typeface="Poppins Light"/>
              </a:rPr>
              <a:t>&lt;footer&gt;</a:t>
            </a:r>
            <a:endParaRPr b="0" lang="en-IE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1" name="PlaceHolder 6"/>
          <p:cNvSpPr>
            <a:spLocks noGrp="1"/>
          </p:cNvSpPr>
          <p:nvPr>
            <p:ph type="sldNum" idx="72"/>
          </p:nvPr>
        </p:nvSpPr>
        <p:spPr>
          <a:xfrm>
            <a:off x="11415600" y="6530040"/>
            <a:ext cx="428760" cy="32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dk1"/>
                </a:solidFill>
                <a:latin typeface="Poppins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A6170F3-E7AA-40AE-BCAA-485938791513}" type="slidenum">
              <a:rPr b="0" lang="en-US" sz="900" spc="-1" strike="noStrike">
                <a:solidFill>
                  <a:schemeClr val="dk1"/>
                </a:solidFill>
                <a:latin typeface="Poppins Light"/>
              </a:rPr>
              <a:t>&lt;number&gt;</a:t>
            </a:fld>
            <a:endParaRPr b="0" lang="en-IE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5" r:id="rId3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321840" y="4162320"/>
            <a:ext cx="2953080" cy="189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80000"/>
              </a:lnSpc>
              <a:buNone/>
            </a:pPr>
            <a:r>
              <a:rPr b="0" lang="en-US" sz="3200" spc="49" strike="noStrike" cap="all">
                <a:solidFill>
                  <a:schemeClr val="dk1"/>
                </a:solidFill>
                <a:latin typeface="Lora"/>
              </a:rPr>
              <a:t>Click to edit Master title style</a:t>
            </a:r>
            <a:endParaRPr b="0" lang="en-US" sz="3200" spc="-1" strike="noStrike">
              <a:solidFill>
                <a:schemeClr val="dk1"/>
              </a:solidFill>
              <a:latin typeface="Poppins Light"/>
            </a:endParaRPr>
          </a:p>
        </p:txBody>
      </p:sp>
      <p:sp>
        <p:nvSpPr>
          <p:cNvPr id="15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12191760" cy="3777840"/>
          </a:xfrm>
          <a:prstGeom prst="rect">
            <a:avLst/>
          </a:prstGeom>
          <a:blipFill rotWithShape="0">
            <a:blip r:embed="rId2">
              <a:alphaModFix amt="70000"/>
            </a:blip>
            <a:stretch/>
          </a:blipFill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Poppins Light"/>
              </a:rPr>
              <a:t>Click icon to add picture</a:t>
            </a:r>
            <a:endParaRPr b="0" lang="en-US" sz="1800" spc="-1" strike="noStrike">
              <a:solidFill>
                <a:schemeClr val="dk1"/>
              </a:solidFill>
              <a:latin typeface="Poppins Light"/>
            </a:endParaRPr>
          </a:p>
        </p:txBody>
      </p:sp>
      <p:sp>
        <p:nvSpPr>
          <p:cNvPr id="154" name="PlaceHolder 3"/>
          <p:cNvSpPr>
            <a:spLocks noGrp="1"/>
          </p:cNvSpPr>
          <p:nvPr>
            <p:ph type="body"/>
          </p:nvPr>
        </p:nvSpPr>
        <p:spPr>
          <a:xfrm>
            <a:off x="3977640" y="4162320"/>
            <a:ext cx="7772040" cy="223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85840" indent="-285840" defTabSz="914400">
              <a:lnSpc>
                <a:spcPct val="14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Poppins Light"/>
              </a:rPr>
              <a:t>Click to edit Master text styles</a:t>
            </a:r>
            <a:endParaRPr b="0" lang="en-US" sz="1800" spc="-1" strike="noStrike">
              <a:solidFill>
                <a:schemeClr val="dk1"/>
              </a:solidFill>
              <a:latin typeface="Poppins Light"/>
            </a:endParaRPr>
          </a:p>
          <a:p>
            <a:pPr lvl="1" marL="514440" indent="-285840" defTabSz="914400">
              <a:lnSpc>
                <a:spcPct val="14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Poppins Light"/>
              </a:rPr>
              <a:t>Second level</a:t>
            </a:r>
            <a:endParaRPr b="0" lang="en-US" sz="1600" spc="-1" strike="noStrike">
              <a:solidFill>
                <a:schemeClr val="dk1"/>
              </a:solidFill>
              <a:latin typeface="Poppins Light"/>
            </a:endParaRPr>
          </a:p>
          <a:p>
            <a:pPr lvl="2" marL="743040" indent="-285840" defTabSz="914400">
              <a:lnSpc>
                <a:spcPct val="14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400" spc="-1" strike="noStrike">
                <a:solidFill>
                  <a:schemeClr val="dk1"/>
                </a:solidFill>
                <a:latin typeface="Poppins Light"/>
              </a:rPr>
              <a:t>Third level</a:t>
            </a:r>
            <a:endParaRPr b="0" lang="en-US" sz="1400" spc="-1" strike="noStrike">
              <a:solidFill>
                <a:schemeClr val="dk1"/>
              </a:solidFill>
              <a:latin typeface="Poppins Light"/>
            </a:endParaRPr>
          </a:p>
          <a:p>
            <a:pPr lvl="3" marL="857160" indent="-171360" defTabSz="914400">
              <a:lnSpc>
                <a:spcPct val="14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200" spc="-1" strike="noStrike">
                <a:solidFill>
                  <a:schemeClr val="dk1"/>
                </a:solidFill>
                <a:latin typeface="Poppins Light"/>
              </a:rPr>
              <a:t>Fourth level</a:t>
            </a:r>
            <a:endParaRPr b="0" lang="en-US" sz="1200" spc="-1" strike="noStrike">
              <a:solidFill>
                <a:schemeClr val="dk1"/>
              </a:solidFill>
              <a:latin typeface="Poppins Light"/>
            </a:endParaRPr>
          </a:p>
          <a:p>
            <a:pPr lvl="4" marL="1085760" indent="-171360" defTabSz="914400">
              <a:lnSpc>
                <a:spcPct val="14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100" spc="-1" strike="noStrike">
                <a:solidFill>
                  <a:schemeClr val="dk1"/>
                </a:solidFill>
                <a:latin typeface="Poppins Light"/>
              </a:rPr>
              <a:t>Fifth level</a:t>
            </a:r>
            <a:endParaRPr b="0" lang="en-US" sz="1100" spc="-1" strike="noStrike">
              <a:solidFill>
                <a:schemeClr val="dk1"/>
              </a:solidFill>
              <a:latin typeface="Poppins Light"/>
            </a:endParaRPr>
          </a:p>
        </p:txBody>
      </p:sp>
      <p:sp>
        <p:nvSpPr>
          <p:cNvPr id="155" name="PlaceHolder 4"/>
          <p:cNvSpPr>
            <a:spLocks noGrp="1"/>
          </p:cNvSpPr>
          <p:nvPr>
            <p:ph type="dt" idx="73"/>
          </p:nvPr>
        </p:nvSpPr>
        <p:spPr>
          <a:xfrm>
            <a:off x="347040" y="6530040"/>
            <a:ext cx="3283920" cy="32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dk1"/>
                </a:solidFill>
                <a:latin typeface="Poppins Light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/>
                </a:solidFill>
                <a:latin typeface="Poppins Light"/>
              </a:rPr>
              <a:t>&lt;date/time&gt;</a:t>
            </a:r>
            <a:endParaRPr b="0" lang="en-IE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6" name="PlaceHolder 5"/>
          <p:cNvSpPr>
            <a:spLocks noGrp="1"/>
          </p:cNvSpPr>
          <p:nvPr>
            <p:ph type="ftr" idx="74"/>
          </p:nvPr>
        </p:nvSpPr>
        <p:spPr>
          <a:xfrm>
            <a:off x="8660160" y="6530040"/>
            <a:ext cx="2805120" cy="32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dk1"/>
                </a:solidFill>
                <a:latin typeface="Poppins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/>
                </a:solidFill>
                <a:latin typeface="Poppins Light"/>
              </a:rPr>
              <a:t>&lt;footer&gt;</a:t>
            </a:r>
            <a:endParaRPr b="0" lang="en-IE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7" name="PlaceHolder 6"/>
          <p:cNvSpPr>
            <a:spLocks noGrp="1"/>
          </p:cNvSpPr>
          <p:nvPr>
            <p:ph type="sldNum" idx="75"/>
          </p:nvPr>
        </p:nvSpPr>
        <p:spPr>
          <a:xfrm>
            <a:off x="11415600" y="6530040"/>
            <a:ext cx="428760" cy="32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dk1"/>
                </a:solidFill>
                <a:latin typeface="Poppins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0F8DF67-C598-48B6-BBEE-5191D4265F01}" type="slidenum">
              <a:rPr b="0" lang="en-US" sz="900" spc="-1" strike="noStrike">
                <a:solidFill>
                  <a:schemeClr val="dk1"/>
                </a:solidFill>
                <a:latin typeface="Poppins Light"/>
              </a:rPr>
              <a:t>&lt;number&gt;</a:t>
            </a:fld>
            <a:endParaRPr b="0" lang="en-IE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7" r:id="rId3"/>
  </p:sldLayoutIdLst>
</p:sldMaster>
</file>

<file path=ppt/slideMasters/slideMaster2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title"/>
          </p:nvPr>
        </p:nvSpPr>
        <p:spPr>
          <a:xfrm>
            <a:off x="321840" y="561600"/>
            <a:ext cx="2953080" cy="189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80000"/>
              </a:lnSpc>
              <a:buNone/>
            </a:pPr>
            <a:r>
              <a:rPr b="0" lang="en-US" sz="3200" spc="49" strike="noStrike" cap="all">
                <a:solidFill>
                  <a:schemeClr val="dk1"/>
                </a:solidFill>
                <a:latin typeface="Lora"/>
              </a:rPr>
              <a:t>Click to edit Master title style</a:t>
            </a:r>
            <a:endParaRPr b="0" lang="en-US" sz="3200" spc="-1" strike="noStrike">
              <a:solidFill>
                <a:schemeClr val="dk1"/>
              </a:solidFill>
              <a:latin typeface="Poppins Light"/>
            </a:endParaRPr>
          </a:p>
        </p:txBody>
      </p:sp>
      <p:sp>
        <p:nvSpPr>
          <p:cNvPr id="159" name="PlaceHolder 2"/>
          <p:cNvSpPr>
            <a:spLocks noGrp="1"/>
          </p:cNvSpPr>
          <p:nvPr>
            <p:ph type="dt" idx="76"/>
          </p:nvPr>
        </p:nvSpPr>
        <p:spPr>
          <a:xfrm>
            <a:off x="137160" y="59760"/>
            <a:ext cx="34938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dk1"/>
                </a:solidFill>
                <a:latin typeface="Poppins Light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/>
                </a:solidFill>
                <a:latin typeface="Poppins Light"/>
              </a:rPr>
              <a:t>&lt;date/time&gt;</a:t>
            </a:r>
            <a:endParaRPr b="0" lang="en-IE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0" name="PlaceHolder 3"/>
          <p:cNvSpPr>
            <a:spLocks noGrp="1"/>
          </p:cNvSpPr>
          <p:nvPr>
            <p:ph type="ftr" idx="77"/>
          </p:nvPr>
        </p:nvSpPr>
        <p:spPr>
          <a:xfrm>
            <a:off x="8876520" y="59760"/>
            <a:ext cx="280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dk1"/>
                </a:solidFill>
                <a:latin typeface="Poppins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/>
                </a:solidFill>
                <a:latin typeface="Poppins Light"/>
              </a:rPr>
              <a:t>&lt;footer&gt;</a:t>
            </a:r>
            <a:endParaRPr b="0" lang="en-IE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1" name="PlaceHolder 4"/>
          <p:cNvSpPr>
            <a:spLocks noGrp="1"/>
          </p:cNvSpPr>
          <p:nvPr>
            <p:ph type="sldNum" idx="78"/>
          </p:nvPr>
        </p:nvSpPr>
        <p:spPr>
          <a:xfrm>
            <a:off x="11632320" y="59760"/>
            <a:ext cx="428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dk1"/>
                </a:solidFill>
                <a:latin typeface="Poppins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C85B4D6-842B-40FA-837E-92A44B18A451}" type="slidenum">
              <a:rPr b="0" lang="en-US" sz="900" spc="-1" strike="noStrike">
                <a:solidFill>
                  <a:schemeClr val="dk1"/>
                </a:solidFill>
                <a:latin typeface="Poppins Light"/>
              </a:rPr>
              <a:t>&lt;number&gt;</a:t>
            </a:fld>
            <a:endParaRPr b="0" lang="en-IE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2" name="PlaceHolder 5"/>
          <p:cNvSpPr>
            <a:spLocks noGrp="1"/>
          </p:cNvSpPr>
          <p:nvPr>
            <p:ph type="body"/>
          </p:nvPr>
        </p:nvSpPr>
        <p:spPr>
          <a:xfrm>
            <a:off x="3977640" y="561600"/>
            <a:ext cx="7772040" cy="223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85840" indent="-285840" defTabSz="914400">
              <a:lnSpc>
                <a:spcPct val="14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Poppins Light"/>
              </a:rPr>
              <a:t>Click to edit Master text styles</a:t>
            </a:r>
            <a:endParaRPr b="0" lang="en-US" sz="1800" spc="-1" strike="noStrike">
              <a:solidFill>
                <a:schemeClr val="dk1"/>
              </a:solidFill>
              <a:latin typeface="Poppins Light"/>
            </a:endParaRPr>
          </a:p>
          <a:p>
            <a:pPr lvl="1" marL="514440" indent="-285840" defTabSz="914400">
              <a:lnSpc>
                <a:spcPct val="14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Poppins Light"/>
              </a:rPr>
              <a:t>Second level</a:t>
            </a:r>
            <a:endParaRPr b="0" lang="en-US" sz="1600" spc="-1" strike="noStrike">
              <a:solidFill>
                <a:schemeClr val="dk1"/>
              </a:solidFill>
              <a:latin typeface="Poppins Light"/>
            </a:endParaRPr>
          </a:p>
          <a:p>
            <a:pPr lvl="2" marL="743040" indent="-285840" defTabSz="914400">
              <a:lnSpc>
                <a:spcPct val="14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400" spc="-1" strike="noStrike">
                <a:solidFill>
                  <a:schemeClr val="dk1"/>
                </a:solidFill>
                <a:latin typeface="Poppins Light"/>
              </a:rPr>
              <a:t>Third level</a:t>
            </a:r>
            <a:endParaRPr b="0" lang="en-US" sz="1400" spc="-1" strike="noStrike">
              <a:solidFill>
                <a:schemeClr val="dk1"/>
              </a:solidFill>
              <a:latin typeface="Poppins Light"/>
            </a:endParaRPr>
          </a:p>
          <a:p>
            <a:pPr lvl="3" marL="857160" indent="-171360" defTabSz="914400">
              <a:lnSpc>
                <a:spcPct val="14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200" spc="-1" strike="noStrike">
                <a:solidFill>
                  <a:schemeClr val="dk1"/>
                </a:solidFill>
                <a:latin typeface="Poppins Light"/>
              </a:rPr>
              <a:t>Fourth level</a:t>
            </a:r>
            <a:endParaRPr b="0" lang="en-US" sz="1200" spc="-1" strike="noStrike">
              <a:solidFill>
                <a:schemeClr val="dk1"/>
              </a:solidFill>
              <a:latin typeface="Poppins Light"/>
            </a:endParaRPr>
          </a:p>
          <a:p>
            <a:pPr lvl="4" marL="1085760" indent="-171360" defTabSz="914400">
              <a:lnSpc>
                <a:spcPct val="14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100" spc="-1" strike="noStrike">
                <a:solidFill>
                  <a:schemeClr val="dk1"/>
                </a:solidFill>
                <a:latin typeface="Poppins Light"/>
              </a:rPr>
              <a:t>Fifth level</a:t>
            </a:r>
            <a:endParaRPr b="0" lang="en-US" sz="1100" spc="-1" strike="noStrike">
              <a:solidFill>
                <a:schemeClr val="dk1"/>
              </a:solidFill>
              <a:latin typeface="Poppins Light"/>
            </a:endParaRPr>
          </a:p>
        </p:txBody>
      </p:sp>
      <p:sp>
        <p:nvSpPr>
          <p:cNvPr id="163" name="PlaceHolder 6"/>
          <p:cNvSpPr>
            <a:spLocks noGrp="1"/>
          </p:cNvSpPr>
          <p:nvPr>
            <p:ph type="body"/>
          </p:nvPr>
        </p:nvSpPr>
        <p:spPr>
          <a:xfrm>
            <a:off x="0" y="3079800"/>
            <a:ext cx="12191760" cy="3777840"/>
          </a:xfrm>
          <a:prstGeom prst="rect">
            <a:avLst/>
          </a:prstGeom>
          <a:blipFill rotWithShape="0">
            <a:blip r:embed="rId2">
              <a:alphaModFix amt="70000"/>
            </a:blip>
            <a:stretch/>
          </a:blipFill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Poppins Light"/>
              </a:rPr>
              <a:t>Click icon to add picture</a:t>
            </a:r>
            <a:endParaRPr b="0" lang="en-US" sz="1800" spc="-1" strike="noStrike">
              <a:solidFill>
                <a:schemeClr val="dk1"/>
              </a:solidFill>
              <a:latin typeface="Poppins Light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9" r:id="rId3"/>
  </p:sldLayoutIdLst>
</p:sldMaster>
</file>

<file path=ppt/slideMasters/slideMaster2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Picture 11" descr=""/>
          <p:cNvPicPr/>
          <p:nvPr/>
        </p:nvPicPr>
        <p:blipFill>
          <a:blip r:embed="rId2"/>
          <a:stretch/>
        </p:blipFill>
        <p:spPr>
          <a:xfrm>
            <a:off x="612720" y="1810440"/>
            <a:ext cx="4546800" cy="4443840"/>
          </a:xfrm>
          <a:prstGeom prst="rect">
            <a:avLst/>
          </a:prstGeom>
          <a:ln w="0">
            <a:noFill/>
          </a:ln>
        </p:spPr>
      </p:pic>
      <p:sp>
        <p:nvSpPr>
          <p:cNvPr id="165" name="PlaceHolder 1"/>
          <p:cNvSpPr>
            <a:spLocks noGrp="1"/>
          </p:cNvSpPr>
          <p:nvPr>
            <p:ph type="title"/>
          </p:nvPr>
        </p:nvSpPr>
        <p:spPr>
          <a:xfrm>
            <a:off x="612720" y="603360"/>
            <a:ext cx="10972440" cy="970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80000"/>
              </a:lnSpc>
              <a:buNone/>
            </a:pPr>
            <a:r>
              <a:rPr b="0" lang="en-US" sz="4500" spc="49" strike="noStrike" cap="all">
                <a:solidFill>
                  <a:schemeClr val="dk1"/>
                </a:solidFill>
                <a:latin typeface="Lora"/>
              </a:rPr>
              <a:t>Click to edit Master title style</a:t>
            </a:r>
            <a:endParaRPr b="0" lang="en-US" sz="4500" spc="-1" strike="noStrike">
              <a:solidFill>
                <a:schemeClr val="dk1"/>
              </a:solidFill>
              <a:latin typeface="Poppins Light"/>
            </a:endParaRPr>
          </a:p>
        </p:txBody>
      </p:sp>
      <p:sp>
        <p:nvSpPr>
          <p:cNvPr id="166" name="PlaceHolder 2"/>
          <p:cNvSpPr>
            <a:spLocks noGrp="1"/>
          </p:cNvSpPr>
          <p:nvPr>
            <p:ph type="body"/>
          </p:nvPr>
        </p:nvSpPr>
        <p:spPr>
          <a:xfrm>
            <a:off x="898200" y="2044440"/>
            <a:ext cx="3975480" cy="3975480"/>
          </a:xfrm>
          <a:prstGeom prst="rect">
            <a:avLst/>
          </a:prstGeom>
          <a:blipFill rotWithShape="0">
            <a:blip r:embed="rId3">
              <a:alphaModFix amt="70000"/>
            </a:blip>
            <a:stretch/>
          </a:blipFill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Poppins Light"/>
              </a:rPr>
              <a:t>Click icon to add picture</a:t>
            </a:r>
            <a:endParaRPr b="0" lang="en-US" sz="1800" spc="-1" strike="noStrike">
              <a:solidFill>
                <a:schemeClr val="dk1"/>
              </a:solidFill>
              <a:latin typeface="Poppins Light"/>
            </a:endParaRPr>
          </a:p>
        </p:txBody>
      </p:sp>
      <p:sp>
        <p:nvSpPr>
          <p:cNvPr id="167" name="PlaceHolder 3"/>
          <p:cNvSpPr>
            <a:spLocks noGrp="1"/>
          </p:cNvSpPr>
          <p:nvPr>
            <p:ph type="body"/>
          </p:nvPr>
        </p:nvSpPr>
        <p:spPr>
          <a:xfrm>
            <a:off x="6095880" y="1828800"/>
            <a:ext cx="5483160" cy="4428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4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400" spc="-1" strike="noStrike">
                <a:solidFill>
                  <a:schemeClr val="dk1"/>
                </a:solidFill>
                <a:latin typeface="Poppins Light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Poppins Light"/>
            </a:endParaRPr>
          </a:p>
          <a:p>
            <a:pPr lvl="1" marL="457200" indent="-228600" defTabSz="914400">
              <a:lnSpc>
                <a:spcPct val="14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200" spc="-1" strike="noStrike">
                <a:solidFill>
                  <a:schemeClr val="dk1"/>
                </a:solidFill>
                <a:latin typeface="Poppins Light"/>
              </a:rPr>
              <a:t>Second level</a:t>
            </a:r>
            <a:endParaRPr b="0" lang="en-US" sz="1200" spc="-1" strike="noStrike">
              <a:solidFill>
                <a:schemeClr val="dk1"/>
              </a:solidFill>
              <a:latin typeface="Poppins Light"/>
            </a:endParaRPr>
          </a:p>
          <a:p>
            <a:pPr lvl="2" marL="685800" indent="-228600" defTabSz="914400">
              <a:lnSpc>
                <a:spcPct val="14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100" spc="-1" strike="noStrike">
                <a:solidFill>
                  <a:schemeClr val="dk1"/>
                </a:solidFill>
                <a:latin typeface="Poppins Light"/>
              </a:rPr>
              <a:t>Third level</a:t>
            </a:r>
            <a:endParaRPr b="0" lang="en-US" sz="1100" spc="-1" strike="noStrike">
              <a:solidFill>
                <a:schemeClr val="dk1"/>
              </a:solidFill>
              <a:latin typeface="Poppins Light"/>
            </a:endParaRPr>
          </a:p>
          <a:p>
            <a:pPr lvl="3" marL="914400" indent="-228600" defTabSz="914400">
              <a:lnSpc>
                <a:spcPct val="14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050" spc="-1" strike="noStrike">
                <a:solidFill>
                  <a:schemeClr val="dk1"/>
                </a:solidFill>
                <a:latin typeface="Poppins Light"/>
              </a:rPr>
              <a:t>Fourth level</a:t>
            </a:r>
            <a:endParaRPr b="0" lang="en-US" sz="1050" spc="-1" strike="noStrike">
              <a:solidFill>
                <a:schemeClr val="dk1"/>
              </a:solidFill>
              <a:latin typeface="Poppins Light"/>
            </a:endParaRPr>
          </a:p>
          <a:p>
            <a:pPr lvl="4" marL="1143000" indent="-228600" defTabSz="914400">
              <a:lnSpc>
                <a:spcPct val="14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000" spc="-1" strike="noStrike">
                <a:solidFill>
                  <a:schemeClr val="dk1"/>
                </a:solidFill>
                <a:latin typeface="Poppins Light"/>
              </a:rPr>
              <a:t>Fifth level</a:t>
            </a:r>
            <a:endParaRPr b="0" lang="en-US" sz="1000" spc="-1" strike="noStrike">
              <a:solidFill>
                <a:schemeClr val="dk1"/>
              </a:solidFill>
              <a:latin typeface="Poppins Light"/>
            </a:endParaRPr>
          </a:p>
        </p:txBody>
      </p:sp>
      <p:sp>
        <p:nvSpPr>
          <p:cNvPr id="168" name="PlaceHolder 4"/>
          <p:cNvSpPr>
            <a:spLocks noGrp="1"/>
          </p:cNvSpPr>
          <p:nvPr>
            <p:ph type="dt" idx="79"/>
          </p:nvPr>
        </p:nvSpPr>
        <p:spPr>
          <a:xfrm>
            <a:off x="347040" y="6530040"/>
            <a:ext cx="3283920" cy="32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dk1"/>
                </a:solidFill>
                <a:latin typeface="Poppins Light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/>
                </a:solidFill>
                <a:latin typeface="Poppins Light"/>
              </a:rPr>
              <a:t>&lt;date/time&gt;</a:t>
            </a:r>
            <a:endParaRPr b="0" lang="en-IE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9" name="PlaceHolder 5"/>
          <p:cNvSpPr>
            <a:spLocks noGrp="1"/>
          </p:cNvSpPr>
          <p:nvPr>
            <p:ph type="ftr" idx="80"/>
          </p:nvPr>
        </p:nvSpPr>
        <p:spPr>
          <a:xfrm>
            <a:off x="8660160" y="6530040"/>
            <a:ext cx="2805120" cy="32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dk1"/>
                </a:solidFill>
                <a:latin typeface="Poppins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/>
                </a:solidFill>
                <a:latin typeface="Poppins Light"/>
              </a:rPr>
              <a:t>&lt;footer&gt;</a:t>
            </a:r>
            <a:endParaRPr b="0" lang="en-IE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0" name="PlaceHolder 6"/>
          <p:cNvSpPr>
            <a:spLocks noGrp="1"/>
          </p:cNvSpPr>
          <p:nvPr>
            <p:ph type="sldNum" idx="81"/>
          </p:nvPr>
        </p:nvSpPr>
        <p:spPr>
          <a:xfrm>
            <a:off x="11415600" y="6530040"/>
            <a:ext cx="428760" cy="32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dk1"/>
                </a:solidFill>
                <a:latin typeface="Poppins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1E34956-9022-4DE7-8FFF-12CD84FE45CE}" type="slidenum">
              <a:rPr b="0" lang="en-US" sz="900" spc="-1" strike="noStrike">
                <a:solidFill>
                  <a:schemeClr val="dk1"/>
                </a:solidFill>
                <a:latin typeface="Poppins Light"/>
              </a:rPr>
              <a:t>&lt;number&gt;</a:t>
            </a:fld>
            <a:endParaRPr b="0" lang="en-IE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1" r:id="rId4"/>
  </p:sldLayoutIdLst>
</p:sldMaster>
</file>

<file path=ppt/slideMasters/slideMaster2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Picture 2" descr=""/>
          <p:cNvPicPr/>
          <p:nvPr/>
        </p:nvPicPr>
        <p:blipFill>
          <a:blip r:embed="rId2"/>
          <a:stretch/>
        </p:blipFill>
        <p:spPr>
          <a:xfrm>
            <a:off x="612720" y="2271240"/>
            <a:ext cx="4154760" cy="4060800"/>
          </a:xfrm>
          <a:prstGeom prst="rect">
            <a:avLst/>
          </a:prstGeom>
          <a:ln w="0">
            <a:noFill/>
          </a:ln>
        </p:spPr>
      </p:pic>
      <p:sp>
        <p:nvSpPr>
          <p:cNvPr id="172" name="PlaceHolder 1"/>
          <p:cNvSpPr>
            <a:spLocks noGrp="1"/>
          </p:cNvSpPr>
          <p:nvPr>
            <p:ph type="title"/>
          </p:nvPr>
        </p:nvSpPr>
        <p:spPr>
          <a:xfrm>
            <a:off x="612720" y="548640"/>
            <a:ext cx="4672080" cy="145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80000"/>
              </a:lnSpc>
              <a:buNone/>
            </a:pPr>
            <a:r>
              <a:rPr b="0" lang="en-US" sz="3600" spc="49" strike="noStrike" cap="all">
                <a:solidFill>
                  <a:schemeClr val="dk1"/>
                </a:solidFill>
                <a:latin typeface="Lora"/>
              </a:rPr>
              <a:t>Click to edit Master title style</a:t>
            </a:r>
            <a:endParaRPr b="0" lang="en-US" sz="3600" spc="-1" strike="noStrike">
              <a:solidFill>
                <a:schemeClr val="dk1"/>
              </a:solidFill>
              <a:latin typeface="Poppins Light"/>
            </a:endParaRPr>
          </a:p>
        </p:txBody>
      </p:sp>
      <p:sp>
        <p:nvSpPr>
          <p:cNvPr id="173" name="PlaceHolder 2"/>
          <p:cNvSpPr>
            <a:spLocks noGrp="1"/>
          </p:cNvSpPr>
          <p:nvPr>
            <p:ph type="body"/>
          </p:nvPr>
        </p:nvSpPr>
        <p:spPr>
          <a:xfrm>
            <a:off x="873720" y="2485440"/>
            <a:ext cx="3632760" cy="3632760"/>
          </a:xfrm>
          <a:prstGeom prst="rect">
            <a:avLst/>
          </a:prstGeom>
          <a:blipFill rotWithShape="0">
            <a:blip r:embed="rId3">
              <a:alphaModFix amt="70000"/>
            </a:blip>
            <a:stretch/>
          </a:blipFill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Poppins Light"/>
              </a:rPr>
              <a:t>Click icon to add picture</a:t>
            </a:r>
            <a:endParaRPr b="0" lang="en-US" sz="1800" spc="-1" strike="noStrike">
              <a:solidFill>
                <a:schemeClr val="dk1"/>
              </a:solidFill>
              <a:latin typeface="Poppins Light"/>
            </a:endParaRPr>
          </a:p>
        </p:txBody>
      </p:sp>
      <p:sp>
        <p:nvSpPr>
          <p:cNvPr id="174" name="PlaceHolder 3"/>
          <p:cNvSpPr>
            <a:spLocks noGrp="1"/>
          </p:cNvSpPr>
          <p:nvPr>
            <p:ph type="body"/>
          </p:nvPr>
        </p:nvSpPr>
        <p:spPr>
          <a:xfrm>
            <a:off x="6095880" y="549360"/>
            <a:ext cx="5585400" cy="5783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4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400" spc="-1" strike="noStrike">
                <a:solidFill>
                  <a:schemeClr val="dk1"/>
                </a:solidFill>
                <a:latin typeface="Poppins Light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Poppins Light"/>
            </a:endParaRPr>
          </a:p>
          <a:p>
            <a:pPr lvl="1" marL="457200" indent="-228600" defTabSz="914400">
              <a:lnSpc>
                <a:spcPct val="14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200" spc="-1" strike="noStrike">
                <a:solidFill>
                  <a:schemeClr val="dk1"/>
                </a:solidFill>
                <a:latin typeface="Poppins Light"/>
              </a:rPr>
              <a:t>Second level</a:t>
            </a:r>
            <a:endParaRPr b="0" lang="en-US" sz="1200" spc="-1" strike="noStrike">
              <a:solidFill>
                <a:schemeClr val="dk1"/>
              </a:solidFill>
              <a:latin typeface="Poppins Light"/>
            </a:endParaRPr>
          </a:p>
          <a:p>
            <a:pPr lvl="2" marL="685800" indent="-228600" defTabSz="914400">
              <a:lnSpc>
                <a:spcPct val="14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100" spc="-1" strike="noStrike">
                <a:solidFill>
                  <a:schemeClr val="dk1"/>
                </a:solidFill>
                <a:latin typeface="Poppins Light"/>
              </a:rPr>
              <a:t>Third level</a:t>
            </a:r>
            <a:endParaRPr b="0" lang="en-US" sz="1100" spc="-1" strike="noStrike">
              <a:solidFill>
                <a:schemeClr val="dk1"/>
              </a:solidFill>
              <a:latin typeface="Poppins Light"/>
            </a:endParaRPr>
          </a:p>
          <a:p>
            <a:pPr lvl="3" marL="914400" indent="-228600" defTabSz="914400">
              <a:lnSpc>
                <a:spcPct val="14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050" spc="-1" strike="noStrike">
                <a:solidFill>
                  <a:schemeClr val="dk1"/>
                </a:solidFill>
                <a:latin typeface="Poppins Light"/>
              </a:rPr>
              <a:t>Fourth level</a:t>
            </a:r>
            <a:endParaRPr b="0" lang="en-US" sz="1050" spc="-1" strike="noStrike">
              <a:solidFill>
                <a:schemeClr val="dk1"/>
              </a:solidFill>
              <a:latin typeface="Poppins Light"/>
            </a:endParaRPr>
          </a:p>
          <a:p>
            <a:pPr lvl="4" marL="1143000" indent="-228600" defTabSz="914400">
              <a:lnSpc>
                <a:spcPct val="14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000" spc="-1" strike="noStrike">
                <a:solidFill>
                  <a:schemeClr val="dk1"/>
                </a:solidFill>
                <a:latin typeface="Poppins Light"/>
              </a:rPr>
              <a:t>Fifth level</a:t>
            </a:r>
            <a:endParaRPr b="0" lang="en-US" sz="1000" spc="-1" strike="noStrike">
              <a:solidFill>
                <a:schemeClr val="dk1"/>
              </a:solidFill>
              <a:latin typeface="Poppins Light"/>
            </a:endParaRPr>
          </a:p>
        </p:txBody>
      </p:sp>
      <p:sp>
        <p:nvSpPr>
          <p:cNvPr id="175" name="PlaceHolder 4"/>
          <p:cNvSpPr>
            <a:spLocks noGrp="1"/>
          </p:cNvSpPr>
          <p:nvPr>
            <p:ph type="dt" idx="82"/>
          </p:nvPr>
        </p:nvSpPr>
        <p:spPr>
          <a:xfrm>
            <a:off x="347040" y="6530040"/>
            <a:ext cx="3283920" cy="32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dk1"/>
                </a:solidFill>
                <a:latin typeface="Poppins Light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/>
                </a:solidFill>
                <a:latin typeface="Poppins Light"/>
              </a:rPr>
              <a:t>&lt;date/time&gt;</a:t>
            </a:r>
            <a:endParaRPr b="0" lang="en-IE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6" name="PlaceHolder 5"/>
          <p:cNvSpPr>
            <a:spLocks noGrp="1"/>
          </p:cNvSpPr>
          <p:nvPr>
            <p:ph type="ftr" idx="83"/>
          </p:nvPr>
        </p:nvSpPr>
        <p:spPr>
          <a:xfrm>
            <a:off x="8660160" y="6530040"/>
            <a:ext cx="2805120" cy="32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dk1"/>
                </a:solidFill>
                <a:latin typeface="Poppins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/>
                </a:solidFill>
                <a:latin typeface="Poppins Light"/>
              </a:rPr>
              <a:t>&lt;footer&gt;</a:t>
            </a:r>
            <a:endParaRPr b="0" lang="en-IE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7" name="PlaceHolder 6"/>
          <p:cNvSpPr>
            <a:spLocks noGrp="1"/>
          </p:cNvSpPr>
          <p:nvPr>
            <p:ph type="sldNum" idx="84"/>
          </p:nvPr>
        </p:nvSpPr>
        <p:spPr>
          <a:xfrm>
            <a:off x="11415600" y="6530040"/>
            <a:ext cx="428760" cy="32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dk1"/>
                </a:solidFill>
                <a:latin typeface="Poppins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5008BC8-5D1B-454C-8358-E6E180F675FC}" type="slidenum">
              <a:rPr b="0" lang="en-US" sz="900" spc="-1" strike="noStrike">
                <a:solidFill>
                  <a:schemeClr val="dk1"/>
                </a:solidFill>
                <a:latin typeface="Poppins Light"/>
              </a:rPr>
              <a:t>&lt;number&gt;</a:t>
            </a:fld>
            <a:endParaRPr b="0" lang="en-IE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3" r:id="rId4"/>
  </p:sldLayoutIdLst>
</p:sldMaster>
</file>

<file path=ppt/slideMasters/slideMaster2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Picture 2" descr=""/>
          <p:cNvPicPr/>
          <p:nvPr/>
        </p:nvPicPr>
        <p:blipFill>
          <a:blip r:embed="rId2"/>
          <a:stretch/>
        </p:blipFill>
        <p:spPr>
          <a:xfrm>
            <a:off x="437760" y="2311200"/>
            <a:ext cx="4085640" cy="3992760"/>
          </a:xfrm>
          <a:prstGeom prst="rect">
            <a:avLst/>
          </a:prstGeom>
          <a:ln w="0">
            <a:noFill/>
          </a:ln>
        </p:spPr>
      </p:pic>
      <p:sp>
        <p:nvSpPr>
          <p:cNvPr id="179" name="PlaceHolder 1"/>
          <p:cNvSpPr>
            <a:spLocks noGrp="1"/>
          </p:cNvSpPr>
          <p:nvPr>
            <p:ph type="title"/>
          </p:nvPr>
        </p:nvSpPr>
        <p:spPr>
          <a:xfrm>
            <a:off x="614520" y="550080"/>
            <a:ext cx="3657240" cy="145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80000"/>
              </a:lnSpc>
              <a:buNone/>
            </a:pPr>
            <a:r>
              <a:rPr b="0" lang="en-US" sz="3200" spc="49" strike="noStrike" cap="all">
                <a:solidFill>
                  <a:schemeClr val="dk1"/>
                </a:solidFill>
                <a:latin typeface="Lora"/>
              </a:rPr>
              <a:t>Click to edit Master title style</a:t>
            </a:r>
            <a:endParaRPr b="0" lang="en-US" sz="3200" spc="-1" strike="noStrike">
              <a:solidFill>
                <a:schemeClr val="dk1"/>
              </a:solidFill>
              <a:latin typeface="Poppins Light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 type="body"/>
          </p:nvPr>
        </p:nvSpPr>
        <p:spPr>
          <a:xfrm>
            <a:off x="694440" y="2521440"/>
            <a:ext cx="3571920" cy="3571920"/>
          </a:xfrm>
          <a:prstGeom prst="rect">
            <a:avLst/>
          </a:prstGeom>
          <a:blipFill rotWithShape="0">
            <a:blip r:embed="rId3">
              <a:alphaModFix amt="70000"/>
            </a:blip>
            <a:stretch/>
          </a:blipFill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Poppins Light"/>
              </a:rPr>
              <a:t>Click icon to add picture</a:t>
            </a:r>
            <a:endParaRPr b="0" lang="en-US" sz="1800" spc="-1" strike="noStrike">
              <a:solidFill>
                <a:schemeClr val="dk1"/>
              </a:solidFill>
              <a:latin typeface="Poppins Light"/>
            </a:endParaRPr>
          </a:p>
        </p:txBody>
      </p:sp>
      <p:sp>
        <p:nvSpPr>
          <p:cNvPr id="181" name="PlaceHolder 3"/>
          <p:cNvSpPr>
            <a:spLocks noGrp="1"/>
          </p:cNvSpPr>
          <p:nvPr>
            <p:ph type="body"/>
          </p:nvPr>
        </p:nvSpPr>
        <p:spPr>
          <a:xfrm>
            <a:off x="5016600" y="549360"/>
            <a:ext cx="6560640" cy="575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4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400" spc="-1" strike="noStrike">
                <a:solidFill>
                  <a:schemeClr val="dk1"/>
                </a:solidFill>
                <a:latin typeface="Poppins Light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Poppins Light"/>
            </a:endParaRPr>
          </a:p>
          <a:p>
            <a:pPr lvl="1" marL="457200" indent="-228600" defTabSz="914400">
              <a:lnSpc>
                <a:spcPct val="14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200" spc="-1" strike="noStrike">
                <a:solidFill>
                  <a:schemeClr val="dk1"/>
                </a:solidFill>
                <a:latin typeface="Poppins Light"/>
              </a:rPr>
              <a:t>Second level</a:t>
            </a:r>
            <a:endParaRPr b="0" lang="en-US" sz="1200" spc="-1" strike="noStrike">
              <a:solidFill>
                <a:schemeClr val="dk1"/>
              </a:solidFill>
              <a:latin typeface="Poppins Light"/>
            </a:endParaRPr>
          </a:p>
          <a:p>
            <a:pPr lvl="2" marL="685800" indent="-228600" defTabSz="914400">
              <a:lnSpc>
                <a:spcPct val="14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100" spc="-1" strike="noStrike">
                <a:solidFill>
                  <a:schemeClr val="dk1"/>
                </a:solidFill>
                <a:latin typeface="Poppins Light"/>
              </a:rPr>
              <a:t>Third level</a:t>
            </a:r>
            <a:endParaRPr b="0" lang="en-US" sz="1100" spc="-1" strike="noStrike">
              <a:solidFill>
                <a:schemeClr val="dk1"/>
              </a:solidFill>
              <a:latin typeface="Poppins Light"/>
            </a:endParaRPr>
          </a:p>
          <a:p>
            <a:pPr lvl="3" marL="914400" indent="-228600" defTabSz="914400">
              <a:lnSpc>
                <a:spcPct val="14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050" spc="-1" strike="noStrike">
                <a:solidFill>
                  <a:schemeClr val="dk1"/>
                </a:solidFill>
                <a:latin typeface="Poppins Light"/>
              </a:rPr>
              <a:t>Fourth level</a:t>
            </a:r>
            <a:endParaRPr b="0" lang="en-US" sz="1050" spc="-1" strike="noStrike">
              <a:solidFill>
                <a:schemeClr val="dk1"/>
              </a:solidFill>
              <a:latin typeface="Poppins Light"/>
            </a:endParaRPr>
          </a:p>
          <a:p>
            <a:pPr lvl="4" marL="1143000" indent="-228600" defTabSz="914400">
              <a:lnSpc>
                <a:spcPct val="14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000" spc="-1" strike="noStrike">
                <a:solidFill>
                  <a:schemeClr val="dk1"/>
                </a:solidFill>
                <a:latin typeface="Poppins Light"/>
              </a:rPr>
              <a:t>Fifth level</a:t>
            </a:r>
            <a:endParaRPr b="0" lang="en-US" sz="1000" spc="-1" strike="noStrike">
              <a:solidFill>
                <a:schemeClr val="dk1"/>
              </a:solidFill>
              <a:latin typeface="Poppins Light"/>
            </a:endParaRPr>
          </a:p>
        </p:txBody>
      </p:sp>
      <p:sp>
        <p:nvSpPr>
          <p:cNvPr id="182" name="PlaceHolder 4"/>
          <p:cNvSpPr>
            <a:spLocks noGrp="1"/>
          </p:cNvSpPr>
          <p:nvPr>
            <p:ph type="dt" idx="85"/>
          </p:nvPr>
        </p:nvSpPr>
        <p:spPr>
          <a:xfrm>
            <a:off x="347040" y="6530040"/>
            <a:ext cx="3283920" cy="32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dk1"/>
                </a:solidFill>
                <a:latin typeface="Poppins Light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/>
                </a:solidFill>
                <a:latin typeface="Poppins Light"/>
              </a:rPr>
              <a:t>&lt;date/time&gt;</a:t>
            </a:r>
            <a:endParaRPr b="0" lang="en-IE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3" name="PlaceHolder 5"/>
          <p:cNvSpPr>
            <a:spLocks noGrp="1"/>
          </p:cNvSpPr>
          <p:nvPr>
            <p:ph type="ftr" idx="86"/>
          </p:nvPr>
        </p:nvSpPr>
        <p:spPr>
          <a:xfrm>
            <a:off x="8660160" y="6530040"/>
            <a:ext cx="2805120" cy="32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dk1"/>
                </a:solidFill>
                <a:latin typeface="Poppins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/>
                </a:solidFill>
                <a:latin typeface="Poppins Light"/>
              </a:rPr>
              <a:t>&lt;footer&gt;</a:t>
            </a:r>
            <a:endParaRPr b="0" lang="en-IE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4" name="PlaceHolder 6"/>
          <p:cNvSpPr>
            <a:spLocks noGrp="1"/>
          </p:cNvSpPr>
          <p:nvPr>
            <p:ph type="sldNum" idx="87"/>
          </p:nvPr>
        </p:nvSpPr>
        <p:spPr>
          <a:xfrm>
            <a:off x="11415600" y="6530040"/>
            <a:ext cx="428760" cy="32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dk1"/>
                </a:solidFill>
                <a:latin typeface="Poppins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50BEA62-302D-43FF-9D47-01DB9D57F155}" type="slidenum">
              <a:rPr b="0" lang="en-US" sz="900" spc="-1" strike="noStrike">
                <a:solidFill>
                  <a:schemeClr val="dk1"/>
                </a:solidFill>
                <a:latin typeface="Poppins Light"/>
              </a:rPr>
              <a:t>&lt;number&gt;</a:t>
            </a:fld>
            <a:endParaRPr b="0" lang="en-IE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5" r:id="rId4"/>
  </p:sldLayoutIdLst>
</p:sldMaster>
</file>

<file path=ppt/slideMasters/slideMaster3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Picture 13" descr=""/>
          <p:cNvPicPr/>
          <p:nvPr/>
        </p:nvPicPr>
        <p:blipFill>
          <a:blip r:embed="rId2"/>
          <a:stretch/>
        </p:blipFill>
        <p:spPr>
          <a:xfrm>
            <a:off x="7335000" y="2105280"/>
            <a:ext cx="4085640" cy="3992760"/>
          </a:xfrm>
          <a:prstGeom prst="rect">
            <a:avLst/>
          </a:prstGeom>
          <a:ln w="0">
            <a:noFill/>
          </a:ln>
        </p:spPr>
      </p:pic>
      <p:sp>
        <p:nvSpPr>
          <p:cNvPr id="186" name="PlaceHolder 1"/>
          <p:cNvSpPr>
            <a:spLocks noGrp="1"/>
          </p:cNvSpPr>
          <p:nvPr>
            <p:ph type="title"/>
          </p:nvPr>
        </p:nvSpPr>
        <p:spPr>
          <a:xfrm>
            <a:off x="612720" y="907200"/>
            <a:ext cx="10966320" cy="1131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80000"/>
              </a:lnSpc>
              <a:buNone/>
            </a:pPr>
            <a:r>
              <a:rPr b="0" lang="en-US" sz="4500" spc="49" strike="noStrike" cap="all">
                <a:solidFill>
                  <a:schemeClr val="dk1"/>
                </a:solidFill>
                <a:latin typeface="Lora"/>
              </a:rPr>
              <a:t>Click to edit Master title style</a:t>
            </a:r>
            <a:endParaRPr b="0" lang="en-US" sz="4500" spc="-1" strike="noStrike">
              <a:solidFill>
                <a:schemeClr val="dk1"/>
              </a:solidFill>
              <a:latin typeface="Poppins Light"/>
            </a:endParaRPr>
          </a:p>
        </p:txBody>
      </p:sp>
      <p:sp>
        <p:nvSpPr>
          <p:cNvPr id="187" name="PlaceHolder 2"/>
          <p:cNvSpPr>
            <a:spLocks noGrp="1"/>
          </p:cNvSpPr>
          <p:nvPr>
            <p:ph type="body"/>
          </p:nvPr>
        </p:nvSpPr>
        <p:spPr>
          <a:xfrm>
            <a:off x="612720" y="2311200"/>
            <a:ext cx="6157800" cy="39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4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Poppins Light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Poppins Light"/>
            </a:endParaRPr>
          </a:p>
          <a:p>
            <a:pPr marL="457200" indent="0" defTabSz="914400">
              <a:lnSpc>
                <a:spcPct val="14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Poppins Light"/>
              </a:rPr>
              <a:t>Second level</a:t>
            </a:r>
            <a:endParaRPr b="0" lang="en-US" sz="1200" spc="-1" strike="noStrike">
              <a:solidFill>
                <a:schemeClr val="dk1"/>
              </a:solidFill>
              <a:latin typeface="Poppins Light"/>
            </a:endParaRPr>
          </a:p>
          <a:p>
            <a:pPr marL="914400" indent="0" defTabSz="914400">
              <a:lnSpc>
                <a:spcPct val="14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Poppins Light"/>
              </a:rPr>
              <a:t>Third level</a:t>
            </a:r>
            <a:endParaRPr b="0" lang="en-US" sz="1100" spc="-1" strike="noStrike">
              <a:solidFill>
                <a:schemeClr val="dk1"/>
              </a:solidFill>
              <a:latin typeface="Poppins Light"/>
            </a:endParaRPr>
          </a:p>
          <a:p>
            <a:pPr marL="1371600" indent="0" defTabSz="914400">
              <a:lnSpc>
                <a:spcPct val="14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chemeClr val="dk1"/>
                </a:solidFill>
                <a:latin typeface="Poppins Light"/>
              </a:rPr>
              <a:t>Fourth level</a:t>
            </a:r>
            <a:endParaRPr b="0" lang="en-US" sz="900" spc="-1" strike="noStrike">
              <a:solidFill>
                <a:schemeClr val="dk1"/>
              </a:solidFill>
              <a:latin typeface="Poppins Light"/>
            </a:endParaRPr>
          </a:p>
          <a:p>
            <a:pPr marL="1828800" indent="0" defTabSz="914400">
              <a:lnSpc>
                <a:spcPct val="14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chemeClr val="dk1"/>
                </a:solidFill>
                <a:latin typeface="Poppins Light"/>
              </a:rPr>
              <a:t>Fifth level</a:t>
            </a:r>
            <a:endParaRPr b="0" lang="en-US" sz="900" spc="-1" strike="noStrike">
              <a:solidFill>
                <a:schemeClr val="dk1"/>
              </a:solidFill>
              <a:latin typeface="Poppins Light"/>
            </a:endParaRPr>
          </a:p>
        </p:txBody>
      </p:sp>
      <p:sp>
        <p:nvSpPr>
          <p:cNvPr id="188" name="PlaceHolder 3"/>
          <p:cNvSpPr>
            <a:spLocks noGrp="1"/>
          </p:cNvSpPr>
          <p:nvPr>
            <p:ph type="body"/>
          </p:nvPr>
        </p:nvSpPr>
        <p:spPr>
          <a:xfrm>
            <a:off x="7591680" y="2315520"/>
            <a:ext cx="3571920" cy="3571920"/>
          </a:xfrm>
          <a:prstGeom prst="rect">
            <a:avLst/>
          </a:prstGeom>
          <a:blipFill rotWithShape="0">
            <a:blip r:embed="rId3">
              <a:alphaModFix amt="70000"/>
            </a:blip>
            <a:stretch/>
          </a:blipFill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Poppins Light"/>
              </a:rPr>
              <a:t>Click icon to add picture</a:t>
            </a:r>
            <a:endParaRPr b="0" lang="en-US" sz="1800" spc="-1" strike="noStrike">
              <a:solidFill>
                <a:schemeClr val="dk1"/>
              </a:solidFill>
              <a:latin typeface="Poppins Light"/>
            </a:endParaRPr>
          </a:p>
        </p:txBody>
      </p:sp>
      <p:sp>
        <p:nvSpPr>
          <p:cNvPr id="189" name="PlaceHolder 4"/>
          <p:cNvSpPr>
            <a:spLocks noGrp="1"/>
          </p:cNvSpPr>
          <p:nvPr>
            <p:ph type="dt" idx="88"/>
          </p:nvPr>
        </p:nvSpPr>
        <p:spPr>
          <a:xfrm>
            <a:off x="347040" y="6530040"/>
            <a:ext cx="3283920" cy="32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dk1"/>
                </a:solidFill>
                <a:latin typeface="Poppins Light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/>
                </a:solidFill>
                <a:latin typeface="Poppins Light"/>
              </a:rPr>
              <a:t>&lt;date/time&gt;</a:t>
            </a:r>
            <a:endParaRPr b="0" lang="en-IE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0" name="PlaceHolder 5"/>
          <p:cNvSpPr>
            <a:spLocks noGrp="1"/>
          </p:cNvSpPr>
          <p:nvPr>
            <p:ph type="ftr" idx="89"/>
          </p:nvPr>
        </p:nvSpPr>
        <p:spPr>
          <a:xfrm>
            <a:off x="8660160" y="6530040"/>
            <a:ext cx="2805120" cy="32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dk1"/>
                </a:solidFill>
                <a:latin typeface="Poppins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/>
                </a:solidFill>
                <a:latin typeface="Poppins Light"/>
              </a:rPr>
              <a:t>&lt;footer&gt;</a:t>
            </a:r>
            <a:endParaRPr b="0" lang="en-IE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1" name="PlaceHolder 6"/>
          <p:cNvSpPr>
            <a:spLocks noGrp="1"/>
          </p:cNvSpPr>
          <p:nvPr>
            <p:ph type="sldNum" idx="90"/>
          </p:nvPr>
        </p:nvSpPr>
        <p:spPr>
          <a:xfrm>
            <a:off x="11415600" y="6530040"/>
            <a:ext cx="428760" cy="32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dk1"/>
                </a:solidFill>
                <a:latin typeface="Poppins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157AAC5-8D41-4D67-9E67-1B098CED64ED}" type="slidenum">
              <a:rPr b="0" lang="en-US" sz="900" spc="-1" strike="noStrike">
                <a:solidFill>
                  <a:schemeClr val="dk1"/>
                </a:solidFill>
                <a:latin typeface="Poppins Light"/>
              </a:rPr>
              <a:t>&lt;number&gt;</a:t>
            </a:fld>
            <a:endParaRPr b="0" lang="en-IE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7" r:id="rId4"/>
  </p:sldLayoutIdLst>
</p:sldMaster>
</file>

<file path=ppt/slideMasters/slideMaster3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Picture 7" descr=""/>
          <p:cNvPicPr/>
          <p:nvPr/>
        </p:nvPicPr>
        <p:blipFill>
          <a:blip r:embed="rId2"/>
          <a:stretch/>
        </p:blipFill>
        <p:spPr>
          <a:xfrm>
            <a:off x="5700240" y="557640"/>
            <a:ext cx="5913720" cy="5779800"/>
          </a:xfrm>
          <a:prstGeom prst="rect">
            <a:avLst/>
          </a:prstGeom>
          <a:ln w="0">
            <a:noFill/>
          </a:ln>
        </p:spPr>
      </p:pic>
      <p:sp>
        <p:nvSpPr>
          <p:cNvPr id="193" name="PlaceHolder 1"/>
          <p:cNvSpPr>
            <a:spLocks noGrp="1"/>
          </p:cNvSpPr>
          <p:nvPr>
            <p:ph type="title"/>
          </p:nvPr>
        </p:nvSpPr>
        <p:spPr>
          <a:xfrm>
            <a:off x="612720" y="907200"/>
            <a:ext cx="4361400" cy="164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80000"/>
              </a:lnSpc>
              <a:buNone/>
            </a:pPr>
            <a:r>
              <a:rPr b="0" lang="en-US" sz="4500" spc="49" strike="noStrike" cap="all">
                <a:solidFill>
                  <a:schemeClr val="dk1"/>
                </a:solidFill>
                <a:latin typeface="Lora"/>
              </a:rPr>
              <a:t>Click to edit Master title style</a:t>
            </a:r>
            <a:endParaRPr b="0" lang="en-US" sz="4500" spc="-1" strike="noStrike">
              <a:solidFill>
                <a:schemeClr val="dk1"/>
              </a:solidFill>
              <a:latin typeface="Poppins Light"/>
            </a:endParaRPr>
          </a:p>
        </p:txBody>
      </p:sp>
      <p:sp>
        <p:nvSpPr>
          <p:cNvPr id="194" name="PlaceHolder 2"/>
          <p:cNvSpPr>
            <a:spLocks noGrp="1"/>
          </p:cNvSpPr>
          <p:nvPr>
            <p:ph type="body"/>
          </p:nvPr>
        </p:nvSpPr>
        <p:spPr>
          <a:xfrm>
            <a:off x="612720" y="2826000"/>
            <a:ext cx="4361400" cy="3434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14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Poppins Light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Poppins Light"/>
            </a:endParaRPr>
          </a:p>
        </p:txBody>
      </p:sp>
      <p:sp>
        <p:nvSpPr>
          <p:cNvPr id="195" name="PlaceHolder 3"/>
          <p:cNvSpPr>
            <a:spLocks noGrp="1"/>
          </p:cNvSpPr>
          <p:nvPr>
            <p:ph type="body"/>
          </p:nvPr>
        </p:nvSpPr>
        <p:spPr>
          <a:xfrm>
            <a:off x="6071760" y="862200"/>
            <a:ext cx="5170680" cy="5170680"/>
          </a:xfrm>
          <a:prstGeom prst="rect">
            <a:avLst/>
          </a:prstGeom>
          <a:blipFill rotWithShape="0">
            <a:blip r:embed="rId3">
              <a:alphaModFix amt="70000"/>
            </a:blip>
            <a:stretch/>
          </a:blipFill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Poppins Light"/>
              </a:rPr>
              <a:t>Click icon to add picture</a:t>
            </a:r>
            <a:endParaRPr b="0" lang="en-US" sz="1800" spc="-1" strike="noStrike">
              <a:solidFill>
                <a:schemeClr val="dk1"/>
              </a:solidFill>
              <a:latin typeface="Poppins Light"/>
            </a:endParaRPr>
          </a:p>
        </p:txBody>
      </p:sp>
      <p:sp>
        <p:nvSpPr>
          <p:cNvPr id="196" name="PlaceHolder 4"/>
          <p:cNvSpPr>
            <a:spLocks noGrp="1"/>
          </p:cNvSpPr>
          <p:nvPr>
            <p:ph type="dt" idx="91"/>
          </p:nvPr>
        </p:nvSpPr>
        <p:spPr>
          <a:xfrm>
            <a:off x="347040" y="6530040"/>
            <a:ext cx="3283920" cy="32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dk1"/>
                </a:solidFill>
                <a:latin typeface="Poppins Light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/>
                </a:solidFill>
                <a:latin typeface="Poppins Light"/>
              </a:rPr>
              <a:t>&lt;date/time&gt;</a:t>
            </a:r>
            <a:endParaRPr b="0" lang="en-IE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7" name="PlaceHolder 5"/>
          <p:cNvSpPr>
            <a:spLocks noGrp="1"/>
          </p:cNvSpPr>
          <p:nvPr>
            <p:ph type="ftr" idx="92"/>
          </p:nvPr>
        </p:nvSpPr>
        <p:spPr>
          <a:xfrm>
            <a:off x="8660160" y="6530040"/>
            <a:ext cx="2805120" cy="32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dk1"/>
                </a:solidFill>
                <a:latin typeface="Poppins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/>
                </a:solidFill>
                <a:latin typeface="Poppins Light"/>
              </a:rPr>
              <a:t>&lt;footer&gt;</a:t>
            </a:r>
            <a:endParaRPr b="0" lang="en-IE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8" name="PlaceHolder 6"/>
          <p:cNvSpPr>
            <a:spLocks noGrp="1"/>
          </p:cNvSpPr>
          <p:nvPr>
            <p:ph type="sldNum" idx="93"/>
          </p:nvPr>
        </p:nvSpPr>
        <p:spPr>
          <a:xfrm>
            <a:off x="11415600" y="6530040"/>
            <a:ext cx="428760" cy="32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dk1"/>
                </a:solidFill>
                <a:latin typeface="Poppins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877D583-8BDE-4032-907B-BE4210C1B93F}" type="slidenum">
              <a:rPr b="0" lang="en-US" sz="900" spc="-1" strike="noStrike">
                <a:solidFill>
                  <a:schemeClr val="dk1"/>
                </a:solidFill>
                <a:latin typeface="Poppins Light"/>
              </a:rPr>
              <a:t>&lt;number&gt;</a:t>
            </a:fld>
            <a:endParaRPr b="0" lang="en-IE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9" r:id="rId4"/>
  </p:sldLayoutIdLst>
</p:sldMaster>
</file>

<file path=ppt/slideMasters/slideMaster3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title"/>
          </p:nvPr>
        </p:nvSpPr>
        <p:spPr>
          <a:xfrm>
            <a:off x="860400" y="4421880"/>
            <a:ext cx="10499400" cy="152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10000"/>
              </a:lnSpc>
              <a:buNone/>
            </a:pPr>
            <a:r>
              <a:rPr b="0" lang="en-US" sz="2000" spc="49" strike="noStrike">
                <a:solidFill>
                  <a:schemeClr val="dk1"/>
                </a:solidFill>
                <a:latin typeface="Poppins Light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Poppins Light"/>
            </a:endParaRPr>
          </a:p>
        </p:txBody>
      </p:sp>
      <p:sp>
        <p:nvSpPr>
          <p:cNvPr id="200" name="PlaceHolder 2"/>
          <p:cNvSpPr>
            <a:spLocks noGrp="1"/>
          </p:cNvSpPr>
          <p:nvPr>
            <p:ph type="body"/>
          </p:nvPr>
        </p:nvSpPr>
        <p:spPr>
          <a:xfrm>
            <a:off x="866160" y="1330200"/>
            <a:ext cx="10499400" cy="327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1000" spc="-1" strike="noStrike">
                <a:solidFill>
                  <a:schemeClr val="dk1"/>
                </a:solidFill>
                <a:latin typeface="Lora"/>
              </a:rPr>
              <a:t>##%</a:t>
            </a:r>
            <a:endParaRPr b="0" lang="en-US" sz="21000" spc="-1" strike="noStrike">
              <a:solidFill>
                <a:schemeClr val="dk1"/>
              </a:solidFill>
              <a:latin typeface="Poppins Light"/>
            </a:endParaRPr>
          </a:p>
        </p:txBody>
      </p:sp>
      <p:sp>
        <p:nvSpPr>
          <p:cNvPr id="201" name="PlaceHolder 3"/>
          <p:cNvSpPr>
            <a:spLocks noGrp="1"/>
          </p:cNvSpPr>
          <p:nvPr>
            <p:ph type="dt" idx="94"/>
          </p:nvPr>
        </p:nvSpPr>
        <p:spPr>
          <a:xfrm>
            <a:off x="347040" y="6530040"/>
            <a:ext cx="3283920" cy="32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dk1"/>
                </a:solidFill>
                <a:latin typeface="Poppins Light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/>
                </a:solidFill>
                <a:latin typeface="Poppins Light"/>
              </a:rPr>
              <a:t>&lt;date/time&gt;</a:t>
            </a:r>
            <a:endParaRPr b="0" lang="en-IE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2" name="PlaceHolder 4"/>
          <p:cNvSpPr>
            <a:spLocks noGrp="1"/>
          </p:cNvSpPr>
          <p:nvPr>
            <p:ph type="ftr" idx="95"/>
          </p:nvPr>
        </p:nvSpPr>
        <p:spPr>
          <a:xfrm>
            <a:off x="8660160" y="6530040"/>
            <a:ext cx="2805120" cy="32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dk1"/>
                </a:solidFill>
                <a:latin typeface="Poppins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/>
                </a:solidFill>
                <a:latin typeface="Poppins Light"/>
              </a:rPr>
              <a:t>&lt;footer&gt;</a:t>
            </a:r>
            <a:endParaRPr b="0" lang="en-IE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3" name="PlaceHolder 5"/>
          <p:cNvSpPr>
            <a:spLocks noGrp="1"/>
          </p:cNvSpPr>
          <p:nvPr>
            <p:ph type="sldNum" idx="96"/>
          </p:nvPr>
        </p:nvSpPr>
        <p:spPr>
          <a:xfrm>
            <a:off x="11415600" y="6530040"/>
            <a:ext cx="428760" cy="32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dk1"/>
                </a:solidFill>
                <a:latin typeface="Poppins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ABEF0C9-E321-4E3D-B9FD-B470EBD1D588}" type="slidenum">
              <a:rPr b="0" lang="en-US" sz="900" spc="-1" strike="noStrike">
                <a:solidFill>
                  <a:schemeClr val="dk1"/>
                </a:solidFill>
                <a:latin typeface="Poppins Light"/>
              </a:rPr>
              <a:t>&lt;number&gt;</a:t>
            </a:fld>
            <a:endParaRPr b="0" lang="en-IE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4" name="Rectangle: Rounded Corners 8"/>
          <p:cNvSpPr/>
          <p:nvPr/>
        </p:nvSpPr>
        <p:spPr>
          <a:xfrm>
            <a:off x="347040" y="327960"/>
            <a:ext cx="11497320" cy="6201360"/>
          </a:xfrm>
          <a:prstGeom prst="roundRect">
            <a:avLst>
              <a:gd name="adj" fmla="val 3015"/>
            </a:avLst>
          </a:prstGeom>
          <a:noFill/>
          <a:ln w="1905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Poppins Light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1" r:id="rId2"/>
  </p:sldLayoutIdLst>
</p:sldMaster>
</file>

<file path=ppt/slideMasters/slideMaster3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PlaceHolder 1"/>
          <p:cNvSpPr>
            <a:spLocks noGrp="1"/>
          </p:cNvSpPr>
          <p:nvPr>
            <p:ph type="title"/>
          </p:nvPr>
        </p:nvSpPr>
        <p:spPr>
          <a:xfrm>
            <a:off x="2377440" y="4809600"/>
            <a:ext cx="7525080" cy="1545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ctr" defTabSz="914400">
              <a:lnSpc>
                <a:spcPct val="110000"/>
              </a:lnSpc>
              <a:buNone/>
            </a:pPr>
            <a:r>
              <a:rPr b="0" lang="en-US" sz="2800" spc="49" strike="noStrike" cap="all">
                <a:solidFill>
                  <a:schemeClr val="dk1"/>
                </a:solidFill>
                <a:latin typeface="Poppins Light"/>
              </a:rPr>
              <a:t>Click to edit Master title style</a:t>
            </a:r>
            <a:endParaRPr b="0" lang="en-US" sz="2800" spc="-1" strike="noStrike">
              <a:solidFill>
                <a:schemeClr val="dk1"/>
              </a:solidFill>
              <a:latin typeface="Poppins Light"/>
            </a:endParaRPr>
          </a:p>
        </p:txBody>
      </p:sp>
      <p:sp>
        <p:nvSpPr>
          <p:cNvPr id="206" name="PlaceHolder 2"/>
          <p:cNvSpPr>
            <a:spLocks noGrp="1"/>
          </p:cNvSpPr>
          <p:nvPr>
            <p:ph type="body"/>
          </p:nvPr>
        </p:nvSpPr>
        <p:spPr>
          <a:xfrm>
            <a:off x="822960" y="804240"/>
            <a:ext cx="10542600" cy="4205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3200" spc="-1" strike="noStrike">
                <a:solidFill>
                  <a:schemeClr val="dk1"/>
                </a:solidFill>
                <a:latin typeface="Lora"/>
              </a:rPr>
              <a:t>##%</a:t>
            </a:r>
            <a:endParaRPr b="0" lang="en-US" sz="23200" spc="-1" strike="noStrike">
              <a:solidFill>
                <a:schemeClr val="dk1"/>
              </a:solidFill>
              <a:latin typeface="Poppins Light"/>
            </a:endParaRPr>
          </a:p>
        </p:txBody>
      </p:sp>
      <p:sp>
        <p:nvSpPr>
          <p:cNvPr id="207" name="PlaceHolder 3"/>
          <p:cNvSpPr>
            <a:spLocks noGrp="1"/>
          </p:cNvSpPr>
          <p:nvPr>
            <p:ph type="dt" idx="97"/>
          </p:nvPr>
        </p:nvSpPr>
        <p:spPr>
          <a:xfrm>
            <a:off x="347040" y="6530040"/>
            <a:ext cx="3283920" cy="32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dk1"/>
                </a:solidFill>
                <a:latin typeface="Poppins Light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/>
                </a:solidFill>
                <a:latin typeface="Poppins Light"/>
              </a:rPr>
              <a:t>&lt;date/time&gt;</a:t>
            </a:r>
            <a:endParaRPr b="0" lang="en-IE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8" name="PlaceHolder 4"/>
          <p:cNvSpPr>
            <a:spLocks noGrp="1"/>
          </p:cNvSpPr>
          <p:nvPr>
            <p:ph type="ftr" idx="98"/>
          </p:nvPr>
        </p:nvSpPr>
        <p:spPr>
          <a:xfrm>
            <a:off x="8660160" y="6530040"/>
            <a:ext cx="2805120" cy="32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dk1"/>
                </a:solidFill>
                <a:latin typeface="Poppins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/>
                </a:solidFill>
                <a:latin typeface="Poppins Light"/>
              </a:rPr>
              <a:t>&lt;footer&gt;</a:t>
            </a:r>
            <a:endParaRPr b="0" lang="en-IE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9" name="PlaceHolder 5"/>
          <p:cNvSpPr>
            <a:spLocks noGrp="1"/>
          </p:cNvSpPr>
          <p:nvPr>
            <p:ph type="sldNum" idx="99"/>
          </p:nvPr>
        </p:nvSpPr>
        <p:spPr>
          <a:xfrm>
            <a:off x="11415600" y="6530040"/>
            <a:ext cx="428760" cy="32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dk1"/>
                </a:solidFill>
                <a:latin typeface="Poppins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F885237-F736-40E3-AF2B-EAD7AA75F0DE}" type="slidenum">
              <a:rPr b="0" lang="en-US" sz="900" spc="-1" strike="noStrike">
                <a:solidFill>
                  <a:schemeClr val="dk1"/>
                </a:solidFill>
                <a:latin typeface="Poppins Light"/>
              </a:rPr>
              <a:t>&lt;number&gt;</a:t>
            </a:fld>
            <a:endParaRPr b="0" lang="en-IE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0" name="Rectangle: Rounded Corners 5"/>
          <p:cNvSpPr/>
          <p:nvPr/>
        </p:nvSpPr>
        <p:spPr>
          <a:xfrm>
            <a:off x="347040" y="327960"/>
            <a:ext cx="11497320" cy="6201360"/>
          </a:xfrm>
          <a:prstGeom prst="roundRect">
            <a:avLst>
              <a:gd name="adj" fmla="val 3015"/>
            </a:avLst>
          </a:prstGeom>
          <a:noFill/>
          <a:ln w="1905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Poppins Light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3" r:id="rId2"/>
  </p:sldLayoutIdLst>
</p:sldMaster>
</file>

<file path=ppt/slideMasters/slideMaster3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PlaceHolder 1"/>
          <p:cNvSpPr>
            <a:spLocks noGrp="1"/>
          </p:cNvSpPr>
          <p:nvPr>
            <p:ph type="title"/>
          </p:nvPr>
        </p:nvSpPr>
        <p:spPr>
          <a:xfrm>
            <a:off x="859680" y="905400"/>
            <a:ext cx="4205880" cy="3739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80000"/>
              </a:lnSpc>
              <a:buNone/>
            </a:pPr>
            <a:r>
              <a:rPr b="0" lang="en-US" sz="5200" spc="49" strike="noStrike" cap="all">
                <a:solidFill>
                  <a:schemeClr val="dk1"/>
                </a:solidFill>
                <a:latin typeface="Lora"/>
              </a:rPr>
              <a:t>Click to edit Master title style</a:t>
            </a:r>
            <a:endParaRPr b="0" lang="en-US" sz="5200" spc="-1" strike="noStrike">
              <a:solidFill>
                <a:schemeClr val="dk1"/>
              </a:solidFill>
              <a:latin typeface="Poppins Light"/>
            </a:endParaRPr>
          </a:p>
        </p:txBody>
      </p:sp>
      <p:sp>
        <p:nvSpPr>
          <p:cNvPr id="212" name="PlaceHolder 2"/>
          <p:cNvSpPr>
            <a:spLocks noGrp="1"/>
          </p:cNvSpPr>
          <p:nvPr>
            <p:ph type="body"/>
          </p:nvPr>
        </p:nvSpPr>
        <p:spPr>
          <a:xfrm>
            <a:off x="5596200" y="333720"/>
            <a:ext cx="6237360" cy="6190200"/>
          </a:xfrm>
          <a:prstGeom prst="rect">
            <a:avLst/>
          </a:prstGeom>
          <a:blipFill rotWithShape="0">
            <a:blip r:embed="rId2">
              <a:alphaModFix amt="70000"/>
            </a:blip>
            <a:stretch/>
          </a:blipFill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Poppins Light"/>
              </a:rPr>
              <a:t>Click icon to add picture</a:t>
            </a:r>
            <a:endParaRPr b="0" lang="en-US" sz="1800" spc="-1" strike="noStrike">
              <a:solidFill>
                <a:schemeClr val="dk1"/>
              </a:solidFill>
              <a:latin typeface="Poppins Light"/>
            </a:endParaRPr>
          </a:p>
        </p:txBody>
      </p:sp>
      <p:sp>
        <p:nvSpPr>
          <p:cNvPr id="213" name="PlaceHolder 3"/>
          <p:cNvSpPr>
            <a:spLocks noGrp="1"/>
          </p:cNvSpPr>
          <p:nvPr>
            <p:ph type="dt" idx="100"/>
          </p:nvPr>
        </p:nvSpPr>
        <p:spPr>
          <a:xfrm>
            <a:off x="347040" y="6530040"/>
            <a:ext cx="1951560" cy="32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dk1"/>
                </a:solidFill>
                <a:latin typeface="Poppins Light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/>
                </a:solidFill>
                <a:latin typeface="Poppins Light"/>
              </a:rPr>
              <a:t>&lt;date/time&gt;</a:t>
            </a:r>
            <a:endParaRPr b="0" lang="en-IE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4" name="PlaceHolder 4"/>
          <p:cNvSpPr>
            <a:spLocks noGrp="1"/>
          </p:cNvSpPr>
          <p:nvPr>
            <p:ph type="ftr" idx="101"/>
          </p:nvPr>
        </p:nvSpPr>
        <p:spPr>
          <a:xfrm>
            <a:off x="1881000" y="6530040"/>
            <a:ext cx="2805120" cy="32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dk1"/>
                </a:solidFill>
                <a:latin typeface="Poppins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/>
                </a:solidFill>
                <a:latin typeface="Poppins Light"/>
              </a:rPr>
              <a:t>&lt;footer&gt;</a:t>
            </a:r>
            <a:endParaRPr b="0" lang="en-IE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5" name="PlaceHolder 5"/>
          <p:cNvSpPr>
            <a:spLocks noGrp="1"/>
          </p:cNvSpPr>
          <p:nvPr>
            <p:ph type="sldNum" idx="102"/>
          </p:nvPr>
        </p:nvSpPr>
        <p:spPr>
          <a:xfrm>
            <a:off x="4636440" y="6530040"/>
            <a:ext cx="428760" cy="32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dk1"/>
                </a:solidFill>
                <a:latin typeface="Poppins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5899F82-33F3-4050-A865-F5EB16AEA23F}" type="slidenum">
              <a:rPr b="0" lang="en-US" sz="900" spc="-1" strike="noStrike">
                <a:solidFill>
                  <a:schemeClr val="dk1"/>
                </a:solidFill>
                <a:latin typeface="Poppins Light"/>
              </a:rPr>
              <a:t>&lt;number&gt;</a:t>
            </a:fld>
            <a:endParaRPr b="0" lang="en-IE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6" name="Rectangle: Rounded Corners 4"/>
          <p:cNvSpPr/>
          <p:nvPr/>
        </p:nvSpPr>
        <p:spPr>
          <a:xfrm>
            <a:off x="347040" y="327960"/>
            <a:ext cx="11497320" cy="6201360"/>
          </a:xfrm>
          <a:prstGeom prst="roundRect">
            <a:avLst>
              <a:gd name="adj" fmla="val 3015"/>
            </a:avLst>
          </a:prstGeom>
          <a:noFill/>
          <a:ln w="1905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Poppins Light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5" r:id="rId3"/>
  </p:sldLayoutIdLst>
</p:sldMaster>
</file>

<file path=ppt/slideMasters/slideMaster3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PlaceHolder 1"/>
          <p:cNvSpPr>
            <a:spLocks noGrp="1"/>
          </p:cNvSpPr>
          <p:nvPr>
            <p:ph type="title"/>
          </p:nvPr>
        </p:nvSpPr>
        <p:spPr>
          <a:xfrm>
            <a:off x="2377440" y="4421880"/>
            <a:ext cx="7525080" cy="1932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ctr" defTabSz="914400">
              <a:lnSpc>
                <a:spcPct val="110000"/>
              </a:lnSpc>
              <a:buNone/>
            </a:pPr>
            <a:r>
              <a:rPr b="0" lang="en-US" sz="2000" spc="49" strike="noStrike">
                <a:solidFill>
                  <a:schemeClr val="dk1"/>
                </a:solidFill>
                <a:latin typeface="Poppins Light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Poppins Light"/>
            </a:endParaRPr>
          </a:p>
        </p:txBody>
      </p:sp>
      <p:sp>
        <p:nvSpPr>
          <p:cNvPr id="218" name="PlaceHolder 2"/>
          <p:cNvSpPr>
            <a:spLocks noGrp="1"/>
          </p:cNvSpPr>
          <p:nvPr>
            <p:ph type="body"/>
          </p:nvPr>
        </p:nvSpPr>
        <p:spPr>
          <a:xfrm>
            <a:off x="822960" y="1353240"/>
            <a:ext cx="10542600" cy="327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1000" spc="-1" strike="noStrike">
                <a:solidFill>
                  <a:schemeClr val="dk1"/>
                </a:solidFill>
                <a:latin typeface="Lora"/>
              </a:rPr>
              <a:t>##%</a:t>
            </a:r>
            <a:endParaRPr b="0" lang="en-US" sz="21000" spc="-1" strike="noStrike">
              <a:solidFill>
                <a:schemeClr val="dk1"/>
              </a:solidFill>
              <a:latin typeface="Poppins Light"/>
            </a:endParaRPr>
          </a:p>
        </p:txBody>
      </p:sp>
      <p:sp>
        <p:nvSpPr>
          <p:cNvPr id="219" name="PlaceHolder 3"/>
          <p:cNvSpPr>
            <a:spLocks noGrp="1"/>
          </p:cNvSpPr>
          <p:nvPr>
            <p:ph type="dt" idx="103"/>
          </p:nvPr>
        </p:nvSpPr>
        <p:spPr>
          <a:xfrm>
            <a:off x="347040" y="6530040"/>
            <a:ext cx="3283920" cy="32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dk1"/>
                </a:solidFill>
                <a:latin typeface="Poppins Light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/>
                </a:solidFill>
                <a:latin typeface="Poppins Light"/>
              </a:rPr>
              <a:t>&lt;date/time&gt;</a:t>
            </a:r>
            <a:endParaRPr b="0" lang="en-IE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0" name="PlaceHolder 4"/>
          <p:cNvSpPr>
            <a:spLocks noGrp="1"/>
          </p:cNvSpPr>
          <p:nvPr>
            <p:ph type="ftr" idx="104"/>
          </p:nvPr>
        </p:nvSpPr>
        <p:spPr>
          <a:xfrm>
            <a:off x="8660160" y="6530040"/>
            <a:ext cx="2805120" cy="32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dk1"/>
                </a:solidFill>
                <a:latin typeface="Poppins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/>
                </a:solidFill>
                <a:latin typeface="Poppins Light"/>
              </a:rPr>
              <a:t>&lt;footer&gt;</a:t>
            </a:r>
            <a:endParaRPr b="0" lang="en-IE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1" name="PlaceHolder 5"/>
          <p:cNvSpPr>
            <a:spLocks noGrp="1"/>
          </p:cNvSpPr>
          <p:nvPr>
            <p:ph type="sldNum" idx="105"/>
          </p:nvPr>
        </p:nvSpPr>
        <p:spPr>
          <a:xfrm>
            <a:off x="11415600" y="6530040"/>
            <a:ext cx="428760" cy="32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dk1"/>
                </a:solidFill>
                <a:latin typeface="Poppins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78E561C-94A3-4817-85D6-D62181EF692C}" type="slidenum">
              <a:rPr b="0" lang="en-US" sz="900" spc="-1" strike="noStrike">
                <a:solidFill>
                  <a:schemeClr val="dk1"/>
                </a:solidFill>
                <a:latin typeface="Poppins Light"/>
              </a:rPr>
              <a:t>&lt;number&gt;</a:t>
            </a:fld>
            <a:endParaRPr b="0" lang="en-IE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2" name="Rectangle: Rounded Corners 7"/>
          <p:cNvSpPr/>
          <p:nvPr/>
        </p:nvSpPr>
        <p:spPr>
          <a:xfrm>
            <a:off x="347040" y="327960"/>
            <a:ext cx="11497320" cy="6201360"/>
          </a:xfrm>
          <a:prstGeom prst="roundRect">
            <a:avLst>
              <a:gd name="adj" fmla="val 3015"/>
            </a:avLst>
          </a:prstGeom>
          <a:noFill/>
          <a:ln w="1905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Poppins Light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7" r:id="rId2"/>
  </p:sldLayoutIdLst>
</p:sldMaster>
</file>

<file path=ppt/slideMasters/slideMaster3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PlaceHolder 1"/>
          <p:cNvSpPr>
            <a:spLocks noGrp="1"/>
          </p:cNvSpPr>
          <p:nvPr>
            <p:ph type="title"/>
          </p:nvPr>
        </p:nvSpPr>
        <p:spPr>
          <a:xfrm>
            <a:off x="612720" y="-1134000"/>
            <a:ext cx="10652400" cy="1133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80000"/>
              </a:lnSpc>
              <a:buNone/>
            </a:pPr>
            <a:r>
              <a:rPr b="0" lang="en-US" sz="4500" spc="49" strike="noStrike" cap="all">
                <a:solidFill>
                  <a:schemeClr val="dk1"/>
                </a:solidFill>
                <a:latin typeface="Lora"/>
              </a:rPr>
              <a:t>Click to edit Master title style</a:t>
            </a:r>
            <a:endParaRPr b="0" lang="en-US" sz="4500" spc="-1" strike="noStrike">
              <a:solidFill>
                <a:schemeClr val="dk1"/>
              </a:solidFill>
              <a:latin typeface="Poppins Light"/>
            </a:endParaRPr>
          </a:p>
        </p:txBody>
      </p:sp>
      <p:sp>
        <p:nvSpPr>
          <p:cNvPr id="224" name="PlaceHolder 2"/>
          <p:cNvSpPr>
            <a:spLocks noGrp="1"/>
          </p:cNvSpPr>
          <p:nvPr>
            <p:ph type="body"/>
          </p:nvPr>
        </p:nvSpPr>
        <p:spPr>
          <a:xfrm>
            <a:off x="1463760" y="561240"/>
            <a:ext cx="9264240" cy="573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8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6600" spc="-1" strike="noStrike" cap="all">
                <a:solidFill>
                  <a:schemeClr val="dk1"/>
                </a:solidFill>
                <a:latin typeface="Lora"/>
              </a:rPr>
              <a:t>Click to add Statement</a:t>
            </a:r>
            <a:endParaRPr b="0" lang="en-US" sz="6600" spc="-1" strike="noStrike">
              <a:solidFill>
                <a:schemeClr val="dk1"/>
              </a:solidFill>
              <a:latin typeface="Poppins Light"/>
            </a:endParaRPr>
          </a:p>
          <a:p>
            <a:pPr marL="228600" indent="0" algn="ctr" defTabSz="914400">
              <a:lnSpc>
                <a:spcPct val="8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en-US" sz="6600" spc="-1" strike="noStrike" cap="all">
                <a:solidFill>
                  <a:schemeClr val="dk1"/>
                </a:solidFill>
                <a:latin typeface="Lora"/>
              </a:rPr>
              <a:t>Second level</a:t>
            </a:r>
            <a:endParaRPr b="0" lang="en-US" sz="6600" spc="-1" strike="noStrike">
              <a:solidFill>
                <a:schemeClr val="dk1"/>
              </a:solidFill>
              <a:latin typeface="Poppins Light"/>
            </a:endParaRPr>
          </a:p>
          <a:p>
            <a:pPr marL="457200" indent="0" algn="ctr" defTabSz="914400">
              <a:lnSpc>
                <a:spcPct val="8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en-US" sz="6600" spc="-1" strike="noStrike" cap="all">
                <a:solidFill>
                  <a:schemeClr val="dk1"/>
                </a:solidFill>
                <a:latin typeface="Lora"/>
              </a:rPr>
              <a:t>Third level</a:t>
            </a:r>
            <a:endParaRPr b="0" lang="en-US" sz="6600" spc="-1" strike="noStrike">
              <a:solidFill>
                <a:schemeClr val="dk1"/>
              </a:solidFill>
              <a:latin typeface="Poppins Light"/>
            </a:endParaRPr>
          </a:p>
        </p:txBody>
      </p:sp>
      <p:sp>
        <p:nvSpPr>
          <p:cNvPr id="225" name="PlaceHolder 3"/>
          <p:cNvSpPr>
            <a:spLocks noGrp="1"/>
          </p:cNvSpPr>
          <p:nvPr>
            <p:ph type="dt" idx="106"/>
          </p:nvPr>
        </p:nvSpPr>
        <p:spPr>
          <a:xfrm>
            <a:off x="347040" y="6530040"/>
            <a:ext cx="3283920" cy="32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dk1"/>
                </a:solidFill>
                <a:latin typeface="Poppins Light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/>
                </a:solidFill>
                <a:latin typeface="Poppins Light"/>
              </a:rPr>
              <a:t>&lt;date/time&gt;</a:t>
            </a:r>
            <a:endParaRPr b="0" lang="en-IE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6" name="PlaceHolder 4"/>
          <p:cNvSpPr>
            <a:spLocks noGrp="1"/>
          </p:cNvSpPr>
          <p:nvPr>
            <p:ph type="ftr" idx="107"/>
          </p:nvPr>
        </p:nvSpPr>
        <p:spPr>
          <a:xfrm>
            <a:off x="8660160" y="6530040"/>
            <a:ext cx="2805120" cy="32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dk1"/>
                </a:solidFill>
                <a:latin typeface="Poppins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/>
                </a:solidFill>
                <a:latin typeface="Poppins Light"/>
              </a:rPr>
              <a:t>&lt;footer&gt;</a:t>
            </a:r>
            <a:endParaRPr b="0" lang="en-IE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7" name="PlaceHolder 5"/>
          <p:cNvSpPr>
            <a:spLocks noGrp="1"/>
          </p:cNvSpPr>
          <p:nvPr>
            <p:ph type="sldNum" idx="108"/>
          </p:nvPr>
        </p:nvSpPr>
        <p:spPr>
          <a:xfrm>
            <a:off x="11415600" y="6530040"/>
            <a:ext cx="428760" cy="32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dk1"/>
                </a:solidFill>
                <a:latin typeface="Poppins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1326F17-4CAF-483E-A098-1781BCE041D0}" type="slidenum">
              <a:rPr b="0" lang="en-US" sz="900" spc="-1" strike="noStrike">
                <a:solidFill>
                  <a:schemeClr val="dk1"/>
                </a:solidFill>
                <a:latin typeface="Poppins Light"/>
              </a:rPr>
              <a:t>&lt;number&gt;</a:t>
            </a:fld>
            <a:endParaRPr b="0" lang="en-IE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8" name="Rectangle: Rounded Corners 8"/>
          <p:cNvSpPr/>
          <p:nvPr/>
        </p:nvSpPr>
        <p:spPr>
          <a:xfrm>
            <a:off x="347040" y="327960"/>
            <a:ext cx="11497320" cy="6201360"/>
          </a:xfrm>
          <a:prstGeom prst="roundRect">
            <a:avLst>
              <a:gd name="adj" fmla="val 3015"/>
            </a:avLst>
          </a:prstGeom>
          <a:noFill/>
          <a:ln w="1905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Poppins Light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9" r:id="rId2"/>
  </p:sldLayoutIdLst>
</p:sldMaster>
</file>

<file path=ppt/slideMasters/slideMaster3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PlaceHolder 1"/>
          <p:cNvSpPr>
            <a:spLocks noGrp="1"/>
          </p:cNvSpPr>
          <p:nvPr>
            <p:ph type="title"/>
          </p:nvPr>
        </p:nvSpPr>
        <p:spPr>
          <a:xfrm>
            <a:off x="612720" y="-1134000"/>
            <a:ext cx="10652400" cy="1133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80000"/>
              </a:lnSpc>
              <a:buNone/>
            </a:pPr>
            <a:r>
              <a:rPr b="0" lang="en-US" sz="4500" spc="49" strike="noStrike" cap="all">
                <a:solidFill>
                  <a:schemeClr val="dk1"/>
                </a:solidFill>
                <a:latin typeface="Lora"/>
              </a:rPr>
              <a:t>Click to edit Master title style</a:t>
            </a:r>
            <a:endParaRPr b="0" lang="en-US" sz="4500" spc="-1" strike="noStrike">
              <a:solidFill>
                <a:schemeClr val="dk1"/>
              </a:solidFill>
              <a:latin typeface="Poppins Light"/>
            </a:endParaRPr>
          </a:p>
        </p:txBody>
      </p:sp>
      <p:sp>
        <p:nvSpPr>
          <p:cNvPr id="230" name="PlaceHolder 2"/>
          <p:cNvSpPr>
            <a:spLocks noGrp="1"/>
          </p:cNvSpPr>
          <p:nvPr>
            <p:ph type="body"/>
          </p:nvPr>
        </p:nvSpPr>
        <p:spPr>
          <a:xfrm>
            <a:off x="612720" y="1929240"/>
            <a:ext cx="8265960" cy="414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5000" spc="-1" strike="noStrike">
                <a:solidFill>
                  <a:schemeClr val="dk1"/>
                </a:solidFill>
                <a:latin typeface="Poppins Light"/>
              </a:rPr>
              <a:t>Click to add Statement</a:t>
            </a:r>
            <a:endParaRPr b="0" lang="en-US" sz="5000" spc="-1" strike="noStrike">
              <a:solidFill>
                <a:schemeClr val="dk1"/>
              </a:solidFill>
              <a:latin typeface="Poppins Light"/>
            </a:endParaRPr>
          </a:p>
          <a:p>
            <a:pPr marL="228600" indent="0" defTabSz="91440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chemeClr val="dk1"/>
                </a:solidFill>
                <a:latin typeface="Poppins Light"/>
              </a:rPr>
              <a:t>Second level</a:t>
            </a:r>
            <a:endParaRPr b="0" lang="en-US" sz="4400" spc="-1" strike="noStrike">
              <a:solidFill>
                <a:schemeClr val="dk1"/>
              </a:solidFill>
              <a:latin typeface="Poppins Light"/>
            </a:endParaRPr>
          </a:p>
          <a:p>
            <a:pPr marL="457200" indent="0" defTabSz="91440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chemeClr val="dk1"/>
                </a:solidFill>
                <a:latin typeface="Poppins Light"/>
              </a:rPr>
              <a:t>Third level</a:t>
            </a:r>
            <a:endParaRPr b="0" lang="en-US" sz="4000" spc="-1" strike="noStrike">
              <a:solidFill>
                <a:schemeClr val="dk1"/>
              </a:solidFill>
              <a:latin typeface="Poppins Light"/>
            </a:endParaRPr>
          </a:p>
          <a:p>
            <a:pPr marL="685800" indent="0" defTabSz="91440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chemeClr val="dk1"/>
                </a:solidFill>
                <a:latin typeface="Poppins Light"/>
              </a:rPr>
              <a:t>Fourth level</a:t>
            </a:r>
            <a:endParaRPr b="0" lang="en-US" sz="3600" spc="-1" strike="noStrike">
              <a:solidFill>
                <a:schemeClr val="dk1"/>
              </a:solidFill>
              <a:latin typeface="Poppins Light"/>
            </a:endParaRPr>
          </a:p>
          <a:p>
            <a:pPr marL="914400" indent="0" defTabSz="91440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chemeClr val="dk1"/>
                </a:solidFill>
                <a:latin typeface="Poppins Light"/>
              </a:rPr>
              <a:t>Fifth level</a:t>
            </a:r>
            <a:endParaRPr b="0" lang="en-US" sz="3200" spc="-1" strike="noStrike">
              <a:solidFill>
                <a:schemeClr val="dk1"/>
              </a:solidFill>
              <a:latin typeface="Poppins Light"/>
            </a:endParaRPr>
          </a:p>
        </p:txBody>
      </p:sp>
      <p:sp>
        <p:nvSpPr>
          <p:cNvPr id="231" name="PlaceHolder 3"/>
          <p:cNvSpPr>
            <a:spLocks noGrp="1"/>
          </p:cNvSpPr>
          <p:nvPr>
            <p:ph type="dt" idx="109"/>
          </p:nvPr>
        </p:nvSpPr>
        <p:spPr>
          <a:xfrm>
            <a:off x="347040" y="6530040"/>
            <a:ext cx="3283920" cy="32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dk1"/>
                </a:solidFill>
                <a:latin typeface="Poppins Light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/>
                </a:solidFill>
                <a:latin typeface="Poppins Light"/>
              </a:rPr>
              <a:t>&lt;date/time&gt;</a:t>
            </a:r>
            <a:endParaRPr b="0" lang="en-IE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2" name="PlaceHolder 4"/>
          <p:cNvSpPr>
            <a:spLocks noGrp="1"/>
          </p:cNvSpPr>
          <p:nvPr>
            <p:ph type="ftr" idx="110"/>
          </p:nvPr>
        </p:nvSpPr>
        <p:spPr>
          <a:xfrm>
            <a:off x="8660160" y="6530040"/>
            <a:ext cx="2805120" cy="32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dk1"/>
                </a:solidFill>
                <a:latin typeface="Poppins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/>
                </a:solidFill>
                <a:latin typeface="Poppins Light"/>
              </a:rPr>
              <a:t>&lt;footer&gt;</a:t>
            </a:r>
            <a:endParaRPr b="0" lang="en-IE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3" name="PlaceHolder 5"/>
          <p:cNvSpPr>
            <a:spLocks noGrp="1"/>
          </p:cNvSpPr>
          <p:nvPr>
            <p:ph type="sldNum" idx="111"/>
          </p:nvPr>
        </p:nvSpPr>
        <p:spPr>
          <a:xfrm>
            <a:off x="11415600" y="6530040"/>
            <a:ext cx="428760" cy="32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dk1"/>
                </a:solidFill>
                <a:latin typeface="Poppins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7343FAF-1CC7-4DDE-A79A-F1AF10340797}" type="slidenum">
              <a:rPr b="0" lang="en-US" sz="900" spc="-1" strike="noStrike">
                <a:solidFill>
                  <a:schemeClr val="dk1"/>
                </a:solidFill>
                <a:latin typeface="Poppins Light"/>
              </a:rPr>
              <a:t>&lt;number&gt;</a:t>
            </a:fld>
            <a:endParaRPr b="0" lang="en-IE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4" name="Rectangle: Rounded Corners 5"/>
          <p:cNvSpPr/>
          <p:nvPr/>
        </p:nvSpPr>
        <p:spPr>
          <a:xfrm>
            <a:off x="347040" y="327960"/>
            <a:ext cx="11497320" cy="6201360"/>
          </a:xfrm>
          <a:prstGeom prst="roundRect">
            <a:avLst>
              <a:gd name="adj" fmla="val 3015"/>
            </a:avLst>
          </a:prstGeom>
          <a:noFill/>
          <a:ln w="1905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Poppins Light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1" r:id="rId2"/>
  </p:sldLayoutIdLst>
</p:sldMaster>
</file>

<file path=ppt/slideMasters/slideMaster3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PlaceHolder 1"/>
          <p:cNvSpPr>
            <a:spLocks noGrp="1"/>
          </p:cNvSpPr>
          <p:nvPr>
            <p:ph type="title"/>
          </p:nvPr>
        </p:nvSpPr>
        <p:spPr>
          <a:xfrm>
            <a:off x="612720" y="-1134000"/>
            <a:ext cx="10652400" cy="1133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80000"/>
              </a:lnSpc>
              <a:buNone/>
            </a:pPr>
            <a:r>
              <a:rPr b="0" lang="en-US" sz="4500" spc="49" strike="noStrike" cap="all">
                <a:solidFill>
                  <a:schemeClr val="dk1"/>
                </a:solidFill>
                <a:latin typeface="Lora"/>
              </a:rPr>
              <a:t>Click to edit Master title style</a:t>
            </a:r>
            <a:endParaRPr b="0" lang="en-US" sz="4500" spc="-1" strike="noStrike">
              <a:solidFill>
                <a:schemeClr val="dk1"/>
              </a:solidFill>
              <a:latin typeface="Poppins Light"/>
            </a:endParaRPr>
          </a:p>
        </p:txBody>
      </p:sp>
      <p:sp>
        <p:nvSpPr>
          <p:cNvPr id="236" name="PlaceHolder 2"/>
          <p:cNvSpPr>
            <a:spLocks noGrp="1"/>
          </p:cNvSpPr>
          <p:nvPr>
            <p:ph type="body"/>
          </p:nvPr>
        </p:nvSpPr>
        <p:spPr>
          <a:xfrm>
            <a:off x="612720" y="548640"/>
            <a:ext cx="8265960" cy="560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5000" spc="-1" strike="noStrike">
                <a:solidFill>
                  <a:schemeClr val="dk1"/>
                </a:solidFill>
                <a:latin typeface="Poppins Light"/>
              </a:rPr>
              <a:t>Click to add Statement</a:t>
            </a:r>
            <a:endParaRPr b="0" lang="en-US" sz="5000" spc="-1" strike="noStrike">
              <a:solidFill>
                <a:schemeClr val="dk1"/>
              </a:solidFill>
              <a:latin typeface="Poppins Light"/>
            </a:endParaRPr>
          </a:p>
          <a:p>
            <a:pPr marL="228600" indent="0" defTabSz="91440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chemeClr val="dk1"/>
                </a:solidFill>
                <a:latin typeface="Poppins Light"/>
              </a:rPr>
              <a:t>Second level</a:t>
            </a:r>
            <a:endParaRPr b="0" lang="en-US" sz="4400" spc="-1" strike="noStrike">
              <a:solidFill>
                <a:schemeClr val="dk1"/>
              </a:solidFill>
              <a:latin typeface="Poppins Light"/>
            </a:endParaRPr>
          </a:p>
          <a:p>
            <a:pPr marL="457200" indent="0" defTabSz="91440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1" lang="en-US" sz="4000" spc="-1" strike="noStrike">
                <a:solidFill>
                  <a:schemeClr val="dk1"/>
                </a:solidFill>
                <a:latin typeface="Poppins Light"/>
              </a:rPr>
              <a:t>Third level</a:t>
            </a:r>
            <a:endParaRPr b="0" lang="en-US" sz="4000" spc="-1" strike="noStrike">
              <a:solidFill>
                <a:schemeClr val="dk1"/>
              </a:solidFill>
              <a:latin typeface="Poppins Light"/>
            </a:endParaRPr>
          </a:p>
          <a:p>
            <a:pPr marL="685800" indent="0" defTabSz="91440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chemeClr val="dk1"/>
                </a:solidFill>
                <a:latin typeface="Poppins Light"/>
              </a:rPr>
              <a:t>Fourth level</a:t>
            </a:r>
            <a:endParaRPr b="0" lang="en-US" sz="3600" spc="-1" strike="noStrike">
              <a:solidFill>
                <a:schemeClr val="dk1"/>
              </a:solidFill>
              <a:latin typeface="Poppins Light"/>
            </a:endParaRPr>
          </a:p>
          <a:p>
            <a:pPr marL="914400" indent="0" defTabSz="91440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chemeClr val="dk1"/>
                </a:solidFill>
                <a:latin typeface="Poppins Light"/>
              </a:rPr>
              <a:t>Fifth level</a:t>
            </a:r>
            <a:endParaRPr b="0" lang="en-US" sz="3200" spc="-1" strike="noStrike">
              <a:solidFill>
                <a:schemeClr val="dk1"/>
              </a:solidFill>
              <a:latin typeface="Poppins Light"/>
            </a:endParaRPr>
          </a:p>
        </p:txBody>
      </p:sp>
      <p:sp>
        <p:nvSpPr>
          <p:cNvPr id="237" name="PlaceHolder 3"/>
          <p:cNvSpPr>
            <a:spLocks noGrp="1"/>
          </p:cNvSpPr>
          <p:nvPr>
            <p:ph type="dt" idx="112"/>
          </p:nvPr>
        </p:nvSpPr>
        <p:spPr>
          <a:xfrm>
            <a:off x="347040" y="6530040"/>
            <a:ext cx="3283920" cy="32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dk1"/>
                </a:solidFill>
                <a:latin typeface="Poppins Light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/>
                </a:solidFill>
                <a:latin typeface="Poppins Light"/>
              </a:rPr>
              <a:t>&lt;date/time&gt;</a:t>
            </a:r>
            <a:endParaRPr b="0" lang="en-IE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8" name="PlaceHolder 4"/>
          <p:cNvSpPr>
            <a:spLocks noGrp="1"/>
          </p:cNvSpPr>
          <p:nvPr>
            <p:ph type="ftr" idx="113"/>
          </p:nvPr>
        </p:nvSpPr>
        <p:spPr>
          <a:xfrm>
            <a:off x="8660160" y="6530040"/>
            <a:ext cx="2805120" cy="32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dk1"/>
                </a:solidFill>
                <a:latin typeface="Poppins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/>
                </a:solidFill>
                <a:latin typeface="Poppins Light"/>
              </a:rPr>
              <a:t>&lt;footer&gt;</a:t>
            </a:r>
            <a:endParaRPr b="0" lang="en-IE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9" name="PlaceHolder 5"/>
          <p:cNvSpPr>
            <a:spLocks noGrp="1"/>
          </p:cNvSpPr>
          <p:nvPr>
            <p:ph type="sldNum" idx="114"/>
          </p:nvPr>
        </p:nvSpPr>
        <p:spPr>
          <a:xfrm>
            <a:off x="11415600" y="6530040"/>
            <a:ext cx="428760" cy="32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dk1"/>
                </a:solidFill>
                <a:latin typeface="Poppins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57EA21C-25A2-45E2-B670-D22CE481FE82}" type="slidenum">
              <a:rPr b="0" lang="en-US" sz="900" spc="-1" strike="noStrike">
                <a:solidFill>
                  <a:schemeClr val="dk1"/>
                </a:solidFill>
                <a:latin typeface="Poppins Light"/>
              </a:rPr>
              <a:t>&lt;number&gt;</a:t>
            </a:fld>
            <a:endParaRPr b="0" lang="en-IE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0" name="Rectangle: Rounded Corners 5"/>
          <p:cNvSpPr/>
          <p:nvPr/>
        </p:nvSpPr>
        <p:spPr>
          <a:xfrm>
            <a:off x="347040" y="327960"/>
            <a:ext cx="11497320" cy="6201360"/>
          </a:xfrm>
          <a:prstGeom prst="roundRect">
            <a:avLst>
              <a:gd name="adj" fmla="val 3015"/>
            </a:avLst>
          </a:prstGeom>
          <a:noFill/>
          <a:ln w="1905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Poppins Light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3" r:id="rId2"/>
  </p:sldLayoutIdLst>
</p:sldMaster>
</file>

<file path=ppt/slideMasters/slideMaster3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Picture 7" descr="A purple circle with black background&#10;&#10;AI-generated content may be incorrect."/>
          <p:cNvPicPr/>
          <p:nvPr/>
        </p:nvPicPr>
        <p:blipFill>
          <a:blip r:embed="rId2"/>
          <a:srcRect l="0" t="6265" r="0" b="0"/>
          <a:stretch/>
        </p:blipFill>
        <p:spPr>
          <a:xfrm>
            <a:off x="492480" y="0"/>
            <a:ext cx="4470840" cy="4190760"/>
          </a:xfrm>
          <a:prstGeom prst="rect">
            <a:avLst/>
          </a:prstGeom>
          <a:ln w="0">
            <a:noFill/>
          </a:ln>
        </p:spPr>
      </p:pic>
      <p:sp>
        <p:nvSpPr>
          <p:cNvPr id="242" name="PlaceHolder 1"/>
          <p:cNvSpPr>
            <a:spLocks noGrp="1"/>
          </p:cNvSpPr>
          <p:nvPr>
            <p:ph type="title"/>
          </p:nvPr>
        </p:nvSpPr>
        <p:spPr>
          <a:xfrm>
            <a:off x="2050200" y="5137560"/>
            <a:ext cx="8053920" cy="465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120000"/>
              </a:lnSpc>
              <a:buNone/>
            </a:pPr>
            <a:r>
              <a:rPr b="0" lang="en-US" sz="1800" spc="49" strike="noStrike">
                <a:solidFill>
                  <a:schemeClr val="dk1"/>
                </a:solidFill>
                <a:latin typeface="Poppins Light"/>
              </a:rPr>
              <a:t>Quote Author</a:t>
            </a:r>
            <a:endParaRPr b="0" lang="en-US" sz="1800" spc="-1" strike="noStrike">
              <a:solidFill>
                <a:schemeClr val="dk1"/>
              </a:solidFill>
              <a:latin typeface="Poppins Light"/>
            </a:endParaRPr>
          </a:p>
        </p:txBody>
      </p:sp>
      <p:sp>
        <p:nvSpPr>
          <p:cNvPr id="243" name="PlaceHolder 2"/>
          <p:cNvSpPr>
            <a:spLocks noGrp="1"/>
          </p:cNvSpPr>
          <p:nvPr>
            <p:ph type="body"/>
          </p:nvPr>
        </p:nvSpPr>
        <p:spPr>
          <a:xfrm>
            <a:off x="1393200" y="1188720"/>
            <a:ext cx="8592480" cy="2174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US" sz="4500" spc="-1" strike="noStrike" cap="all">
                <a:solidFill>
                  <a:schemeClr val="dk1"/>
                </a:solidFill>
                <a:latin typeface="Lora"/>
              </a:rPr>
              <a:t>Click to add Quote</a:t>
            </a:r>
            <a:endParaRPr b="0" lang="en-US" sz="4500" spc="-1" strike="noStrike">
              <a:solidFill>
                <a:schemeClr val="dk1"/>
              </a:solidFill>
              <a:latin typeface="Poppins Light"/>
            </a:endParaRPr>
          </a:p>
        </p:txBody>
      </p:sp>
      <p:sp>
        <p:nvSpPr>
          <p:cNvPr id="244" name="PlaceHolder 3"/>
          <p:cNvSpPr>
            <a:spLocks noGrp="1"/>
          </p:cNvSpPr>
          <p:nvPr>
            <p:ph type="dt" idx="115"/>
          </p:nvPr>
        </p:nvSpPr>
        <p:spPr>
          <a:xfrm>
            <a:off x="347040" y="6530040"/>
            <a:ext cx="3283920" cy="32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dk1"/>
                </a:solidFill>
                <a:latin typeface="Poppins Light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/>
                </a:solidFill>
                <a:latin typeface="Poppins Light"/>
              </a:rPr>
              <a:t>&lt;date/time&gt;</a:t>
            </a:r>
            <a:endParaRPr b="0" lang="en-IE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5" name="PlaceHolder 4"/>
          <p:cNvSpPr>
            <a:spLocks noGrp="1"/>
          </p:cNvSpPr>
          <p:nvPr>
            <p:ph type="ftr" idx="116"/>
          </p:nvPr>
        </p:nvSpPr>
        <p:spPr>
          <a:xfrm>
            <a:off x="8660160" y="6530040"/>
            <a:ext cx="2805120" cy="32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dk1"/>
                </a:solidFill>
                <a:latin typeface="Poppins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/>
                </a:solidFill>
                <a:latin typeface="Poppins Light"/>
              </a:rPr>
              <a:t>&lt;footer&gt;</a:t>
            </a:r>
            <a:endParaRPr b="0" lang="en-IE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6" name="PlaceHolder 5"/>
          <p:cNvSpPr>
            <a:spLocks noGrp="1"/>
          </p:cNvSpPr>
          <p:nvPr>
            <p:ph type="sldNum" idx="117"/>
          </p:nvPr>
        </p:nvSpPr>
        <p:spPr>
          <a:xfrm>
            <a:off x="11415600" y="6530040"/>
            <a:ext cx="428760" cy="32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dk1"/>
                </a:solidFill>
                <a:latin typeface="Poppins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1F8F386-3A23-429D-AE3A-125E8F4AD56B}" type="slidenum">
              <a:rPr b="0" lang="en-US" sz="900" spc="-1" strike="noStrike">
                <a:solidFill>
                  <a:schemeClr val="dk1"/>
                </a:solidFill>
                <a:latin typeface="Poppins Light"/>
              </a:rPr>
              <a:t>&lt;number&gt;</a:t>
            </a:fld>
            <a:endParaRPr b="0" lang="en-IE" sz="900" spc="-1" strike="noStrike">
              <a:solidFill>
                <a:srgbClr val="000000"/>
              </a:solidFill>
              <a:latin typeface="Times New Roman"/>
            </a:endParaRPr>
          </a:p>
        </p:txBody>
      </p:sp>
      <p:cxnSp>
        <p:nvCxnSpPr>
          <p:cNvPr id="247" name="Straight Connector 11"/>
          <p:cNvCxnSpPr/>
          <p:nvPr/>
        </p:nvCxnSpPr>
        <p:spPr>
          <a:xfrm>
            <a:off x="1550880" y="3477960"/>
            <a:ext cx="360" cy="1992240"/>
          </a:xfrm>
          <a:prstGeom prst="straightConnector1">
            <a:avLst/>
          </a:prstGeom>
          <a:ln w="19050">
            <a:solidFill>
              <a:srgbClr val="000000"/>
            </a:solidFill>
          </a:ln>
        </p:spPr>
      </p:cxn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5" r:id="rId3"/>
  </p:sldLayoutIdLst>
</p:sldMaster>
</file>

<file path=ppt/slideMasters/slideMaster4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PlaceHolder 1"/>
          <p:cNvSpPr>
            <a:spLocks noGrp="1"/>
          </p:cNvSpPr>
          <p:nvPr>
            <p:ph type="title"/>
          </p:nvPr>
        </p:nvSpPr>
        <p:spPr>
          <a:xfrm>
            <a:off x="1676880" y="5349240"/>
            <a:ext cx="9043200" cy="465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195"/>
          </a:bodyPr>
          <a:p>
            <a:pPr indent="0" defTabSz="914400">
              <a:lnSpc>
                <a:spcPct val="120000"/>
              </a:lnSpc>
              <a:buNone/>
            </a:pPr>
            <a:r>
              <a:rPr b="0" lang="en-US" sz="2200" spc="49" strike="noStrike" cap="all">
                <a:solidFill>
                  <a:schemeClr val="dk1"/>
                </a:solidFill>
                <a:latin typeface="Poppins Light"/>
              </a:rPr>
              <a:t>Quote Author</a:t>
            </a:r>
            <a:endParaRPr b="0" lang="en-US" sz="2200" spc="-1" strike="noStrike">
              <a:solidFill>
                <a:schemeClr val="dk1"/>
              </a:solidFill>
              <a:latin typeface="Poppins Light"/>
            </a:endParaRPr>
          </a:p>
        </p:txBody>
      </p:sp>
      <p:sp>
        <p:nvSpPr>
          <p:cNvPr id="249" name="PlaceHolder 2"/>
          <p:cNvSpPr>
            <a:spLocks noGrp="1"/>
          </p:cNvSpPr>
          <p:nvPr>
            <p:ph type="body"/>
          </p:nvPr>
        </p:nvSpPr>
        <p:spPr>
          <a:xfrm>
            <a:off x="1499760" y="1344240"/>
            <a:ext cx="9198360" cy="329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marL="164520" indent="-164520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US" sz="4000" spc="-1" strike="noStrike" cap="all">
                <a:solidFill>
                  <a:schemeClr val="dk1"/>
                </a:solidFill>
                <a:latin typeface="Lora"/>
              </a:rPr>
              <a:t>Click to add Quote</a:t>
            </a:r>
            <a:endParaRPr b="0" lang="en-US" sz="4000" spc="-1" strike="noStrike">
              <a:solidFill>
                <a:schemeClr val="dk1"/>
              </a:solidFill>
              <a:latin typeface="Poppins Light"/>
            </a:endParaRPr>
          </a:p>
        </p:txBody>
      </p:sp>
      <p:sp>
        <p:nvSpPr>
          <p:cNvPr id="250" name="PlaceHolder 3"/>
          <p:cNvSpPr>
            <a:spLocks noGrp="1"/>
          </p:cNvSpPr>
          <p:nvPr>
            <p:ph type="dt" idx="118"/>
          </p:nvPr>
        </p:nvSpPr>
        <p:spPr>
          <a:xfrm>
            <a:off x="347040" y="6530040"/>
            <a:ext cx="3283920" cy="32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dk1"/>
                </a:solidFill>
                <a:latin typeface="Poppins Light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/>
                </a:solidFill>
                <a:latin typeface="Poppins Light"/>
              </a:rPr>
              <a:t>&lt;date/time&gt;</a:t>
            </a:r>
            <a:endParaRPr b="0" lang="en-IE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1" name="PlaceHolder 4"/>
          <p:cNvSpPr>
            <a:spLocks noGrp="1"/>
          </p:cNvSpPr>
          <p:nvPr>
            <p:ph type="ftr" idx="119"/>
          </p:nvPr>
        </p:nvSpPr>
        <p:spPr>
          <a:xfrm>
            <a:off x="8660160" y="6530040"/>
            <a:ext cx="2805120" cy="32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dk1"/>
                </a:solidFill>
                <a:latin typeface="Poppins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/>
                </a:solidFill>
                <a:latin typeface="Poppins Light"/>
              </a:rPr>
              <a:t>&lt;footer&gt;</a:t>
            </a:r>
            <a:endParaRPr b="0" lang="en-IE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2" name="PlaceHolder 5"/>
          <p:cNvSpPr>
            <a:spLocks noGrp="1"/>
          </p:cNvSpPr>
          <p:nvPr>
            <p:ph type="sldNum" idx="120"/>
          </p:nvPr>
        </p:nvSpPr>
        <p:spPr>
          <a:xfrm>
            <a:off x="11415600" y="6530040"/>
            <a:ext cx="428760" cy="32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dk1"/>
                </a:solidFill>
                <a:latin typeface="Poppins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88D551D-54C1-4058-976A-CF36858EC7EA}" type="slidenum">
              <a:rPr b="0" lang="en-US" sz="900" spc="-1" strike="noStrike">
                <a:solidFill>
                  <a:schemeClr val="dk1"/>
                </a:solidFill>
                <a:latin typeface="Poppins Light"/>
              </a:rPr>
              <a:t>&lt;number&gt;</a:t>
            </a:fld>
            <a:endParaRPr b="0" lang="en-IE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3" name="Rectangle: Rounded Corners 5"/>
          <p:cNvSpPr/>
          <p:nvPr/>
        </p:nvSpPr>
        <p:spPr>
          <a:xfrm>
            <a:off x="347040" y="327960"/>
            <a:ext cx="11497320" cy="6201360"/>
          </a:xfrm>
          <a:prstGeom prst="roundRect">
            <a:avLst>
              <a:gd name="adj" fmla="val 3015"/>
            </a:avLst>
          </a:prstGeom>
          <a:noFill/>
          <a:ln w="1905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Poppins Light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7" r:id="rId2"/>
  </p:sldLayoutIdLst>
</p:sldMaster>
</file>

<file path=ppt/slideMasters/slideMaster4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PlaceHolder 1"/>
          <p:cNvSpPr>
            <a:spLocks noGrp="1"/>
          </p:cNvSpPr>
          <p:nvPr>
            <p:ph type="title"/>
          </p:nvPr>
        </p:nvSpPr>
        <p:spPr>
          <a:xfrm>
            <a:off x="790200" y="5669280"/>
            <a:ext cx="8805240" cy="465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195"/>
          </a:bodyPr>
          <a:p>
            <a:pPr indent="0" defTabSz="914400">
              <a:lnSpc>
                <a:spcPct val="120000"/>
              </a:lnSpc>
              <a:buNone/>
            </a:pPr>
            <a:r>
              <a:rPr b="0" lang="en-US" sz="2200" spc="49" strike="noStrike" cap="all">
                <a:solidFill>
                  <a:schemeClr val="dk1"/>
                </a:solidFill>
                <a:latin typeface="Poppins Light"/>
              </a:rPr>
              <a:t>Quote Author</a:t>
            </a:r>
            <a:endParaRPr b="0" lang="en-US" sz="2200" spc="-1" strike="noStrike">
              <a:solidFill>
                <a:schemeClr val="dk1"/>
              </a:solidFill>
              <a:latin typeface="Poppins Light"/>
            </a:endParaRPr>
          </a:p>
        </p:txBody>
      </p:sp>
      <p:sp>
        <p:nvSpPr>
          <p:cNvPr id="255" name="PlaceHolder 2"/>
          <p:cNvSpPr>
            <a:spLocks noGrp="1"/>
          </p:cNvSpPr>
          <p:nvPr>
            <p:ph type="body"/>
          </p:nvPr>
        </p:nvSpPr>
        <p:spPr>
          <a:xfrm>
            <a:off x="612720" y="1097280"/>
            <a:ext cx="8960760" cy="3474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marL="164520" indent="-164520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US" sz="4200" spc="-1" strike="noStrike" cap="all">
                <a:solidFill>
                  <a:schemeClr val="dk1"/>
                </a:solidFill>
                <a:latin typeface="Lora"/>
              </a:rPr>
              <a:t>Click to add Quote</a:t>
            </a:r>
            <a:endParaRPr b="0" lang="en-US" sz="4200" spc="-1" strike="noStrike">
              <a:solidFill>
                <a:schemeClr val="dk1"/>
              </a:solidFill>
              <a:latin typeface="Poppins Light"/>
            </a:endParaRPr>
          </a:p>
        </p:txBody>
      </p:sp>
      <p:sp>
        <p:nvSpPr>
          <p:cNvPr id="256" name="PlaceHolder 3"/>
          <p:cNvSpPr>
            <a:spLocks noGrp="1"/>
          </p:cNvSpPr>
          <p:nvPr>
            <p:ph type="dt" idx="121"/>
          </p:nvPr>
        </p:nvSpPr>
        <p:spPr>
          <a:xfrm>
            <a:off x="347040" y="6530040"/>
            <a:ext cx="3283920" cy="32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dk1"/>
                </a:solidFill>
                <a:latin typeface="Poppins Light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/>
                </a:solidFill>
                <a:latin typeface="Poppins Light"/>
              </a:rPr>
              <a:t>&lt;date/time&gt;</a:t>
            </a:r>
            <a:endParaRPr b="0" lang="en-IE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7" name="PlaceHolder 4"/>
          <p:cNvSpPr>
            <a:spLocks noGrp="1"/>
          </p:cNvSpPr>
          <p:nvPr>
            <p:ph type="ftr" idx="122"/>
          </p:nvPr>
        </p:nvSpPr>
        <p:spPr>
          <a:xfrm>
            <a:off x="8660160" y="6530040"/>
            <a:ext cx="2805120" cy="32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dk1"/>
                </a:solidFill>
                <a:latin typeface="Poppins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/>
                </a:solidFill>
                <a:latin typeface="Poppins Light"/>
              </a:rPr>
              <a:t>&lt;footer&gt;</a:t>
            </a:r>
            <a:endParaRPr b="0" lang="en-IE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8" name="PlaceHolder 5"/>
          <p:cNvSpPr>
            <a:spLocks noGrp="1"/>
          </p:cNvSpPr>
          <p:nvPr>
            <p:ph type="sldNum" idx="123"/>
          </p:nvPr>
        </p:nvSpPr>
        <p:spPr>
          <a:xfrm>
            <a:off x="11415600" y="6530040"/>
            <a:ext cx="428760" cy="32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dk1"/>
                </a:solidFill>
                <a:latin typeface="Poppins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96E91D9-D638-419D-A794-37F1C00E086D}" type="slidenum">
              <a:rPr b="0" lang="en-US" sz="900" spc="-1" strike="noStrike">
                <a:solidFill>
                  <a:schemeClr val="dk1"/>
                </a:solidFill>
                <a:latin typeface="Poppins Light"/>
              </a:rPr>
              <a:t>&lt;number&gt;</a:t>
            </a:fld>
            <a:endParaRPr b="0" lang="en-IE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9" name="Rectangle: Rounded Corners 5"/>
          <p:cNvSpPr/>
          <p:nvPr/>
        </p:nvSpPr>
        <p:spPr>
          <a:xfrm>
            <a:off x="347040" y="327960"/>
            <a:ext cx="11497320" cy="6201360"/>
          </a:xfrm>
          <a:prstGeom prst="roundRect">
            <a:avLst>
              <a:gd name="adj" fmla="val 3015"/>
            </a:avLst>
          </a:prstGeom>
          <a:noFill/>
          <a:ln w="1905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Poppins Light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9" r:id="rId2"/>
  </p:sldLayoutIdLst>
</p:sldMaster>
</file>

<file path=ppt/slideMasters/slideMaster4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PlaceHolder 1"/>
          <p:cNvSpPr>
            <a:spLocks noGrp="1"/>
          </p:cNvSpPr>
          <p:nvPr>
            <p:ph type="title"/>
          </p:nvPr>
        </p:nvSpPr>
        <p:spPr>
          <a:xfrm>
            <a:off x="860760" y="907200"/>
            <a:ext cx="10464840" cy="1131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80000"/>
              </a:lnSpc>
              <a:buNone/>
            </a:pPr>
            <a:r>
              <a:rPr b="0" lang="en-US" sz="4500" spc="49" strike="noStrike" cap="all">
                <a:solidFill>
                  <a:schemeClr val="dk1"/>
                </a:solidFill>
                <a:latin typeface="Lora"/>
              </a:rPr>
              <a:t>Click to edit Master title style</a:t>
            </a:r>
            <a:endParaRPr b="0" lang="en-US" sz="4500" spc="-1" strike="noStrike">
              <a:solidFill>
                <a:schemeClr val="dk1"/>
              </a:solidFill>
              <a:latin typeface="Poppins Light"/>
            </a:endParaRPr>
          </a:p>
        </p:txBody>
      </p:sp>
      <p:sp>
        <p:nvSpPr>
          <p:cNvPr id="261" name="PlaceHolder 2"/>
          <p:cNvSpPr>
            <a:spLocks noGrp="1"/>
          </p:cNvSpPr>
          <p:nvPr>
            <p:ph type="body"/>
          </p:nvPr>
        </p:nvSpPr>
        <p:spPr>
          <a:xfrm>
            <a:off x="860760" y="2268000"/>
            <a:ext cx="5040360" cy="3979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4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400" spc="-1" strike="noStrike">
                <a:solidFill>
                  <a:schemeClr val="dk1"/>
                </a:solidFill>
                <a:latin typeface="Poppins Light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Poppins Light"/>
            </a:endParaRPr>
          </a:p>
          <a:p>
            <a:pPr lvl="1" marL="457200" indent="-228600" defTabSz="914400">
              <a:lnSpc>
                <a:spcPct val="14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200" spc="-1" strike="noStrike">
                <a:solidFill>
                  <a:schemeClr val="dk1"/>
                </a:solidFill>
                <a:latin typeface="Poppins Light"/>
              </a:rPr>
              <a:t>Second level</a:t>
            </a:r>
            <a:endParaRPr b="0" lang="en-US" sz="1200" spc="-1" strike="noStrike">
              <a:solidFill>
                <a:schemeClr val="dk1"/>
              </a:solidFill>
              <a:latin typeface="Poppins Light"/>
            </a:endParaRPr>
          </a:p>
          <a:p>
            <a:pPr lvl="2" marL="685800" indent="-228600" defTabSz="914400">
              <a:lnSpc>
                <a:spcPct val="14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100" spc="-1" strike="noStrike">
                <a:solidFill>
                  <a:schemeClr val="dk1"/>
                </a:solidFill>
                <a:latin typeface="Poppins Light"/>
              </a:rPr>
              <a:t>Third level</a:t>
            </a:r>
            <a:endParaRPr b="0" lang="en-US" sz="1100" spc="-1" strike="noStrike">
              <a:solidFill>
                <a:schemeClr val="dk1"/>
              </a:solidFill>
              <a:latin typeface="Poppins Light"/>
            </a:endParaRPr>
          </a:p>
          <a:p>
            <a:pPr lvl="3" marL="914400" indent="-228600" defTabSz="914400">
              <a:lnSpc>
                <a:spcPct val="14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050" spc="-1" strike="noStrike">
                <a:solidFill>
                  <a:schemeClr val="dk1"/>
                </a:solidFill>
                <a:latin typeface="Poppins Light"/>
              </a:rPr>
              <a:t>Fourth level</a:t>
            </a:r>
            <a:endParaRPr b="0" lang="en-US" sz="1050" spc="-1" strike="noStrike">
              <a:solidFill>
                <a:schemeClr val="dk1"/>
              </a:solidFill>
              <a:latin typeface="Poppins Light"/>
            </a:endParaRPr>
          </a:p>
          <a:p>
            <a:pPr lvl="4" marL="1143000" indent="-228600" defTabSz="914400">
              <a:lnSpc>
                <a:spcPct val="14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000" spc="-1" strike="noStrike">
                <a:solidFill>
                  <a:schemeClr val="dk1"/>
                </a:solidFill>
                <a:latin typeface="Poppins Light"/>
              </a:rPr>
              <a:t>Fifth level</a:t>
            </a:r>
            <a:endParaRPr b="0" lang="en-US" sz="1000" spc="-1" strike="noStrike">
              <a:solidFill>
                <a:schemeClr val="dk1"/>
              </a:solidFill>
              <a:latin typeface="Poppins Light"/>
            </a:endParaRPr>
          </a:p>
        </p:txBody>
      </p:sp>
      <p:sp>
        <p:nvSpPr>
          <p:cNvPr id="262" name="PlaceHolder 3"/>
          <p:cNvSpPr>
            <a:spLocks noGrp="1"/>
          </p:cNvSpPr>
          <p:nvPr>
            <p:ph type="body"/>
          </p:nvPr>
        </p:nvSpPr>
        <p:spPr>
          <a:xfrm>
            <a:off x="6285240" y="2268000"/>
            <a:ext cx="5040360" cy="3979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4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400" spc="-1" strike="noStrike">
                <a:solidFill>
                  <a:schemeClr val="dk1"/>
                </a:solidFill>
                <a:latin typeface="Poppins Light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Poppins Light"/>
            </a:endParaRPr>
          </a:p>
          <a:p>
            <a:pPr lvl="1" marL="457200" indent="-228600" defTabSz="914400">
              <a:lnSpc>
                <a:spcPct val="14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200" spc="-1" strike="noStrike">
                <a:solidFill>
                  <a:schemeClr val="dk1"/>
                </a:solidFill>
                <a:latin typeface="Poppins Light"/>
              </a:rPr>
              <a:t>Second level</a:t>
            </a:r>
            <a:endParaRPr b="0" lang="en-US" sz="1200" spc="-1" strike="noStrike">
              <a:solidFill>
                <a:schemeClr val="dk1"/>
              </a:solidFill>
              <a:latin typeface="Poppins Light"/>
            </a:endParaRPr>
          </a:p>
          <a:p>
            <a:pPr lvl="2" marL="685800" indent="-228600" defTabSz="914400">
              <a:lnSpc>
                <a:spcPct val="14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100" spc="-1" strike="noStrike">
                <a:solidFill>
                  <a:schemeClr val="dk1"/>
                </a:solidFill>
                <a:latin typeface="Poppins Light"/>
              </a:rPr>
              <a:t>Third level</a:t>
            </a:r>
            <a:endParaRPr b="0" lang="en-US" sz="1100" spc="-1" strike="noStrike">
              <a:solidFill>
                <a:schemeClr val="dk1"/>
              </a:solidFill>
              <a:latin typeface="Poppins Light"/>
            </a:endParaRPr>
          </a:p>
          <a:p>
            <a:pPr lvl="3" marL="914400" indent="-228600" defTabSz="914400">
              <a:lnSpc>
                <a:spcPct val="14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050" spc="-1" strike="noStrike">
                <a:solidFill>
                  <a:schemeClr val="dk1"/>
                </a:solidFill>
                <a:latin typeface="Poppins Light"/>
              </a:rPr>
              <a:t>Fourth level</a:t>
            </a:r>
            <a:endParaRPr b="0" lang="en-US" sz="1050" spc="-1" strike="noStrike">
              <a:solidFill>
                <a:schemeClr val="dk1"/>
              </a:solidFill>
              <a:latin typeface="Poppins Light"/>
            </a:endParaRPr>
          </a:p>
          <a:p>
            <a:pPr lvl="4" marL="1143000" indent="-228600" defTabSz="914400">
              <a:lnSpc>
                <a:spcPct val="14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000" spc="-1" strike="noStrike">
                <a:solidFill>
                  <a:schemeClr val="dk1"/>
                </a:solidFill>
                <a:latin typeface="Poppins Light"/>
              </a:rPr>
              <a:t>Fifth level</a:t>
            </a:r>
            <a:endParaRPr b="0" lang="en-US" sz="1000" spc="-1" strike="noStrike">
              <a:solidFill>
                <a:schemeClr val="dk1"/>
              </a:solidFill>
              <a:latin typeface="Poppins Light"/>
            </a:endParaRPr>
          </a:p>
        </p:txBody>
      </p:sp>
      <p:sp>
        <p:nvSpPr>
          <p:cNvPr id="263" name="PlaceHolder 4"/>
          <p:cNvSpPr>
            <a:spLocks noGrp="1"/>
          </p:cNvSpPr>
          <p:nvPr>
            <p:ph type="dt" idx="124"/>
          </p:nvPr>
        </p:nvSpPr>
        <p:spPr>
          <a:xfrm>
            <a:off x="347040" y="6530040"/>
            <a:ext cx="3283920" cy="32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dk1"/>
                </a:solidFill>
                <a:latin typeface="Poppins Light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/>
                </a:solidFill>
                <a:latin typeface="Poppins Light"/>
              </a:rPr>
              <a:t>&lt;date/time&gt;</a:t>
            </a:r>
            <a:endParaRPr b="0" lang="en-IE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4" name="PlaceHolder 5"/>
          <p:cNvSpPr>
            <a:spLocks noGrp="1"/>
          </p:cNvSpPr>
          <p:nvPr>
            <p:ph type="ftr" idx="125"/>
          </p:nvPr>
        </p:nvSpPr>
        <p:spPr>
          <a:xfrm>
            <a:off x="8660160" y="6530040"/>
            <a:ext cx="2805120" cy="32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dk1"/>
                </a:solidFill>
                <a:latin typeface="Poppins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/>
                </a:solidFill>
                <a:latin typeface="Poppins Light"/>
              </a:rPr>
              <a:t>&lt;footer&gt;</a:t>
            </a:r>
            <a:endParaRPr b="0" lang="en-IE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5" name="PlaceHolder 6"/>
          <p:cNvSpPr>
            <a:spLocks noGrp="1"/>
          </p:cNvSpPr>
          <p:nvPr>
            <p:ph type="sldNum" idx="126"/>
          </p:nvPr>
        </p:nvSpPr>
        <p:spPr>
          <a:xfrm>
            <a:off x="11415600" y="6530040"/>
            <a:ext cx="428760" cy="32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dk1"/>
                </a:solidFill>
                <a:latin typeface="Poppins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CE64008-435A-436B-B55E-935158708429}" type="slidenum">
              <a:rPr b="0" lang="en-US" sz="900" spc="-1" strike="noStrike">
                <a:solidFill>
                  <a:schemeClr val="dk1"/>
                </a:solidFill>
                <a:latin typeface="Poppins Light"/>
              </a:rPr>
              <a:t>&lt;number&gt;</a:t>
            </a:fld>
            <a:endParaRPr b="0" lang="en-IE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6" name="Rectangle: Rounded Corners 12"/>
          <p:cNvSpPr/>
          <p:nvPr/>
        </p:nvSpPr>
        <p:spPr>
          <a:xfrm>
            <a:off x="347040" y="327960"/>
            <a:ext cx="11497320" cy="6201360"/>
          </a:xfrm>
          <a:prstGeom prst="roundRect">
            <a:avLst>
              <a:gd name="adj" fmla="val 3015"/>
            </a:avLst>
          </a:prstGeom>
          <a:noFill/>
          <a:ln w="1905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Poppins Light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31" r:id="rId2"/>
  </p:sldLayoutIdLst>
</p:sldMaster>
</file>

<file path=ppt/slideMasters/slideMaster4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PlaceHolder 1"/>
          <p:cNvSpPr>
            <a:spLocks noGrp="1"/>
          </p:cNvSpPr>
          <p:nvPr>
            <p:ph type="title"/>
          </p:nvPr>
        </p:nvSpPr>
        <p:spPr>
          <a:xfrm>
            <a:off x="860760" y="907200"/>
            <a:ext cx="10464840" cy="1131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80000"/>
              </a:lnSpc>
              <a:buNone/>
            </a:pPr>
            <a:r>
              <a:rPr b="0" lang="en-US" sz="4500" spc="49" strike="noStrike" cap="all">
                <a:solidFill>
                  <a:schemeClr val="dk1"/>
                </a:solidFill>
                <a:latin typeface="Lora"/>
              </a:rPr>
              <a:t>Click to edit Master title style</a:t>
            </a:r>
            <a:endParaRPr b="0" lang="en-US" sz="4500" spc="-1" strike="noStrike">
              <a:solidFill>
                <a:schemeClr val="dk1"/>
              </a:solidFill>
              <a:latin typeface="Poppins Light"/>
            </a:endParaRPr>
          </a:p>
        </p:txBody>
      </p:sp>
      <p:sp>
        <p:nvSpPr>
          <p:cNvPr id="268" name="PlaceHolder 2"/>
          <p:cNvSpPr>
            <a:spLocks noGrp="1"/>
          </p:cNvSpPr>
          <p:nvPr>
            <p:ph type="body"/>
          </p:nvPr>
        </p:nvSpPr>
        <p:spPr>
          <a:xfrm>
            <a:off x="860760" y="2268000"/>
            <a:ext cx="5040360" cy="559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000" spc="-1" strike="noStrike" cap="all">
                <a:solidFill>
                  <a:schemeClr val="dk1"/>
                </a:solidFill>
                <a:latin typeface="Poppins Light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Poppins Light"/>
            </a:endParaRPr>
          </a:p>
        </p:txBody>
      </p:sp>
      <p:sp>
        <p:nvSpPr>
          <p:cNvPr id="269" name="PlaceHolder 3"/>
          <p:cNvSpPr>
            <a:spLocks noGrp="1"/>
          </p:cNvSpPr>
          <p:nvPr>
            <p:ph type="body"/>
          </p:nvPr>
        </p:nvSpPr>
        <p:spPr>
          <a:xfrm>
            <a:off x="6285240" y="2268000"/>
            <a:ext cx="5040360" cy="559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000" spc="-1" strike="noStrike" cap="all">
                <a:solidFill>
                  <a:schemeClr val="dk1"/>
                </a:solidFill>
                <a:latin typeface="Poppins Light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Poppins Light"/>
            </a:endParaRPr>
          </a:p>
        </p:txBody>
      </p:sp>
      <p:sp>
        <p:nvSpPr>
          <p:cNvPr id="270" name="PlaceHolder 4"/>
          <p:cNvSpPr>
            <a:spLocks noGrp="1"/>
          </p:cNvSpPr>
          <p:nvPr>
            <p:ph type="body"/>
          </p:nvPr>
        </p:nvSpPr>
        <p:spPr>
          <a:xfrm>
            <a:off x="860760" y="2970000"/>
            <a:ext cx="5040360" cy="3278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4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400" spc="-1" strike="noStrike">
                <a:solidFill>
                  <a:schemeClr val="dk1"/>
                </a:solidFill>
                <a:latin typeface="Poppins Light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Poppins Light"/>
            </a:endParaRPr>
          </a:p>
          <a:p>
            <a:pPr lvl="1" marL="457200" indent="-228600" defTabSz="914400">
              <a:lnSpc>
                <a:spcPct val="14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200" spc="-1" strike="noStrike">
                <a:solidFill>
                  <a:schemeClr val="dk1"/>
                </a:solidFill>
                <a:latin typeface="Poppins Light"/>
              </a:rPr>
              <a:t>Second level</a:t>
            </a:r>
            <a:endParaRPr b="0" lang="en-US" sz="1200" spc="-1" strike="noStrike">
              <a:solidFill>
                <a:schemeClr val="dk1"/>
              </a:solidFill>
              <a:latin typeface="Poppins Light"/>
            </a:endParaRPr>
          </a:p>
          <a:p>
            <a:pPr lvl="2" marL="685800" indent="-228600" defTabSz="914400">
              <a:lnSpc>
                <a:spcPct val="14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100" spc="-1" strike="noStrike">
                <a:solidFill>
                  <a:schemeClr val="dk1"/>
                </a:solidFill>
                <a:latin typeface="Poppins Light"/>
              </a:rPr>
              <a:t>Third level</a:t>
            </a:r>
            <a:endParaRPr b="0" lang="en-US" sz="1100" spc="-1" strike="noStrike">
              <a:solidFill>
                <a:schemeClr val="dk1"/>
              </a:solidFill>
              <a:latin typeface="Poppins Light"/>
            </a:endParaRPr>
          </a:p>
          <a:p>
            <a:pPr lvl="3" marL="914400" indent="-228600" defTabSz="914400">
              <a:lnSpc>
                <a:spcPct val="14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050" spc="-1" strike="noStrike">
                <a:solidFill>
                  <a:schemeClr val="dk1"/>
                </a:solidFill>
                <a:latin typeface="Poppins Light"/>
              </a:rPr>
              <a:t>Fourth level</a:t>
            </a:r>
            <a:endParaRPr b="0" lang="en-US" sz="1050" spc="-1" strike="noStrike">
              <a:solidFill>
                <a:schemeClr val="dk1"/>
              </a:solidFill>
              <a:latin typeface="Poppins Light"/>
            </a:endParaRPr>
          </a:p>
          <a:p>
            <a:pPr lvl="4" marL="1143000" indent="-228600" defTabSz="914400">
              <a:lnSpc>
                <a:spcPct val="14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000" spc="-1" strike="noStrike">
                <a:solidFill>
                  <a:schemeClr val="dk1"/>
                </a:solidFill>
                <a:latin typeface="Poppins Light"/>
              </a:rPr>
              <a:t>Fifth level</a:t>
            </a:r>
            <a:endParaRPr b="0" lang="en-US" sz="1000" spc="-1" strike="noStrike">
              <a:solidFill>
                <a:schemeClr val="dk1"/>
              </a:solidFill>
              <a:latin typeface="Poppins Light"/>
            </a:endParaRPr>
          </a:p>
        </p:txBody>
      </p:sp>
      <p:sp>
        <p:nvSpPr>
          <p:cNvPr id="271" name="PlaceHolder 5"/>
          <p:cNvSpPr>
            <a:spLocks noGrp="1"/>
          </p:cNvSpPr>
          <p:nvPr>
            <p:ph type="body"/>
          </p:nvPr>
        </p:nvSpPr>
        <p:spPr>
          <a:xfrm>
            <a:off x="6285240" y="2970000"/>
            <a:ext cx="5040360" cy="3278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4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400" spc="-1" strike="noStrike">
                <a:solidFill>
                  <a:schemeClr val="dk1"/>
                </a:solidFill>
                <a:latin typeface="Poppins Light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Poppins Light"/>
            </a:endParaRPr>
          </a:p>
          <a:p>
            <a:pPr lvl="1" marL="457200" indent="-228600" defTabSz="914400">
              <a:lnSpc>
                <a:spcPct val="14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200" spc="-1" strike="noStrike">
                <a:solidFill>
                  <a:schemeClr val="dk1"/>
                </a:solidFill>
                <a:latin typeface="Poppins Light"/>
              </a:rPr>
              <a:t>Second level</a:t>
            </a:r>
            <a:endParaRPr b="0" lang="en-US" sz="1200" spc="-1" strike="noStrike">
              <a:solidFill>
                <a:schemeClr val="dk1"/>
              </a:solidFill>
              <a:latin typeface="Poppins Light"/>
            </a:endParaRPr>
          </a:p>
          <a:p>
            <a:pPr lvl="2" marL="685800" indent="-228600" defTabSz="914400">
              <a:lnSpc>
                <a:spcPct val="14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100" spc="-1" strike="noStrike">
                <a:solidFill>
                  <a:schemeClr val="dk1"/>
                </a:solidFill>
                <a:latin typeface="Poppins Light"/>
              </a:rPr>
              <a:t>Third level</a:t>
            </a:r>
            <a:endParaRPr b="0" lang="en-US" sz="1100" spc="-1" strike="noStrike">
              <a:solidFill>
                <a:schemeClr val="dk1"/>
              </a:solidFill>
              <a:latin typeface="Poppins Light"/>
            </a:endParaRPr>
          </a:p>
          <a:p>
            <a:pPr lvl="3" marL="914400" indent="-228600" defTabSz="914400">
              <a:lnSpc>
                <a:spcPct val="14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050" spc="-1" strike="noStrike">
                <a:solidFill>
                  <a:schemeClr val="dk1"/>
                </a:solidFill>
                <a:latin typeface="Poppins Light"/>
              </a:rPr>
              <a:t>Fourth level</a:t>
            </a:r>
            <a:endParaRPr b="0" lang="en-US" sz="1050" spc="-1" strike="noStrike">
              <a:solidFill>
                <a:schemeClr val="dk1"/>
              </a:solidFill>
              <a:latin typeface="Poppins Light"/>
            </a:endParaRPr>
          </a:p>
          <a:p>
            <a:pPr lvl="4" marL="1143000" indent="-228600" defTabSz="914400">
              <a:lnSpc>
                <a:spcPct val="14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000" spc="-1" strike="noStrike">
                <a:solidFill>
                  <a:schemeClr val="dk1"/>
                </a:solidFill>
                <a:latin typeface="Poppins Light"/>
              </a:rPr>
              <a:t>Fifth level</a:t>
            </a:r>
            <a:endParaRPr b="0" lang="en-US" sz="1000" spc="-1" strike="noStrike">
              <a:solidFill>
                <a:schemeClr val="dk1"/>
              </a:solidFill>
              <a:latin typeface="Poppins Light"/>
            </a:endParaRPr>
          </a:p>
        </p:txBody>
      </p:sp>
      <p:sp>
        <p:nvSpPr>
          <p:cNvPr id="272" name="PlaceHolder 6"/>
          <p:cNvSpPr>
            <a:spLocks noGrp="1"/>
          </p:cNvSpPr>
          <p:nvPr>
            <p:ph type="dt" idx="127"/>
          </p:nvPr>
        </p:nvSpPr>
        <p:spPr>
          <a:xfrm>
            <a:off x="347040" y="6530040"/>
            <a:ext cx="3283920" cy="32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dk1"/>
                </a:solidFill>
                <a:latin typeface="Poppins Light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/>
                </a:solidFill>
                <a:latin typeface="Poppins Light"/>
              </a:rPr>
              <a:t>&lt;date/time&gt;</a:t>
            </a:r>
            <a:endParaRPr b="0" lang="en-IE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3" name="PlaceHolder 7"/>
          <p:cNvSpPr>
            <a:spLocks noGrp="1"/>
          </p:cNvSpPr>
          <p:nvPr>
            <p:ph type="ftr" idx="128"/>
          </p:nvPr>
        </p:nvSpPr>
        <p:spPr>
          <a:xfrm>
            <a:off x="8660160" y="6530040"/>
            <a:ext cx="2805120" cy="32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dk1"/>
                </a:solidFill>
                <a:latin typeface="Poppins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/>
                </a:solidFill>
                <a:latin typeface="Poppins Light"/>
              </a:rPr>
              <a:t>&lt;footer&gt;</a:t>
            </a:r>
            <a:endParaRPr b="0" lang="en-IE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4" name="PlaceHolder 8"/>
          <p:cNvSpPr>
            <a:spLocks noGrp="1"/>
          </p:cNvSpPr>
          <p:nvPr>
            <p:ph type="sldNum" idx="129"/>
          </p:nvPr>
        </p:nvSpPr>
        <p:spPr>
          <a:xfrm>
            <a:off x="11415600" y="6530040"/>
            <a:ext cx="428760" cy="32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dk1"/>
                </a:solidFill>
                <a:latin typeface="Poppins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BAE193B-F29C-4B21-88E4-E6656FFFE9DC}" type="slidenum">
              <a:rPr b="0" lang="en-US" sz="900" spc="-1" strike="noStrike">
                <a:solidFill>
                  <a:schemeClr val="dk1"/>
                </a:solidFill>
                <a:latin typeface="Poppins Light"/>
              </a:rPr>
              <a:t>&lt;number&gt;</a:t>
            </a:fld>
            <a:endParaRPr b="0" lang="en-IE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5" name="Rectangle: Rounded Corners 11"/>
          <p:cNvSpPr/>
          <p:nvPr/>
        </p:nvSpPr>
        <p:spPr>
          <a:xfrm>
            <a:off x="347040" y="327960"/>
            <a:ext cx="11497320" cy="6201360"/>
          </a:xfrm>
          <a:prstGeom prst="roundRect">
            <a:avLst>
              <a:gd name="adj" fmla="val 3015"/>
            </a:avLst>
          </a:prstGeom>
          <a:noFill/>
          <a:ln w="1905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Poppins Light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33" r:id="rId2"/>
  </p:sldLayoutIdLst>
</p:sldMaster>
</file>

<file path=ppt/slideMasters/slideMaster4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PlaceHolder 1"/>
          <p:cNvSpPr>
            <a:spLocks noGrp="1"/>
          </p:cNvSpPr>
          <p:nvPr>
            <p:ph type="title"/>
          </p:nvPr>
        </p:nvSpPr>
        <p:spPr>
          <a:xfrm>
            <a:off x="860760" y="907200"/>
            <a:ext cx="10464840" cy="1131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80000"/>
              </a:lnSpc>
              <a:buNone/>
            </a:pPr>
            <a:r>
              <a:rPr b="0" lang="en-US" sz="4500" spc="49" strike="noStrike" cap="all">
                <a:solidFill>
                  <a:schemeClr val="dk1"/>
                </a:solidFill>
                <a:latin typeface="Lora"/>
              </a:rPr>
              <a:t>Click to edit Master title style</a:t>
            </a:r>
            <a:endParaRPr b="0" lang="en-US" sz="4500" spc="-1" strike="noStrike">
              <a:solidFill>
                <a:schemeClr val="dk1"/>
              </a:solidFill>
              <a:latin typeface="Poppins Light"/>
            </a:endParaRPr>
          </a:p>
        </p:txBody>
      </p:sp>
      <p:sp>
        <p:nvSpPr>
          <p:cNvPr id="277" name="PlaceHolder 2"/>
          <p:cNvSpPr>
            <a:spLocks noGrp="1"/>
          </p:cNvSpPr>
          <p:nvPr>
            <p:ph type="dt" idx="130"/>
          </p:nvPr>
        </p:nvSpPr>
        <p:spPr>
          <a:xfrm>
            <a:off x="347040" y="6530040"/>
            <a:ext cx="3283920" cy="32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dk1"/>
                </a:solidFill>
                <a:latin typeface="Poppins Light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/>
                </a:solidFill>
                <a:latin typeface="Poppins Light"/>
              </a:rPr>
              <a:t>&lt;date/time&gt;</a:t>
            </a:r>
            <a:endParaRPr b="0" lang="en-IE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8" name="PlaceHolder 3"/>
          <p:cNvSpPr>
            <a:spLocks noGrp="1"/>
          </p:cNvSpPr>
          <p:nvPr>
            <p:ph type="ftr" idx="131"/>
          </p:nvPr>
        </p:nvSpPr>
        <p:spPr>
          <a:xfrm>
            <a:off x="8660160" y="6530040"/>
            <a:ext cx="2805120" cy="32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dk1"/>
                </a:solidFill>
                <a:latin typeface="Poppins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/>
                </a:solidFill>
                <a:latin typeface="Poppins Light"/>
              </a:rPr>
              <a:t>&lt;footer&gt;</a:t>
            </a:r>
            <a:endParaRPr b="0" lang="en-IE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9" name="PlaceHolder 4"/>
          <p:cNvSpPr>
            <a:spLocks noGrp="1"/>
          </p:cNvSpPr>
          <p:nvPr>
            <p:ph type="sldNum" idx="132"/>
          </p:nvPr>
        </p:nvSpPr>
        <p:spPr>
          <a:xfrm>
            <a:off x="11415600" y="6530040"/>
            <a:ext cx="428760" cy="32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dk1"/>
                </a:solidFill>
                <a:latin typeface="Poppins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D79624E-6F4C-4A94-AD49-7BEA25732F11}" type="slidenum">
              <a:rPr b="0" lang="en-US" sz="900" spc="-1" strike="noStrike">
                <a:solidFill>
                  <a:schemeClr val="dk1"/>
                </a:solidFill>
                <a:latin typeface="Poppins Light"/>
              </a:rPr>
              <a:t>&lt;number&gt;</a:t>
            </a:fld>
            <a:endParaRPr b="0" lang="en-IE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0" name="Rectangle: Rounded Corners 5"/>
          <p:cNvSpPr/>
          <p:nvPr/>
        </p:nvSpPr>
        <p:spPr>
          <a:xfrm>
            <a:off x="347040" y="327960"/>
            <a:ext cx="11497320" cy="6201360"/>
          </a:xfrm>
          <a:prstGeom prst="roundRect">
            <a:avLst>
              <a:gd name="adj" fmla="val 3015"/>
            </a:avLst>
          </a:prstGeom>
          <a:noFill/>
          <a:ln w="1905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Poppins Light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35" r:id="rId2"/>
  </p:sldLayoutIdLst>
</p:sldMaster>
</file>

<file path=ppt/slideMasters/slideMaster4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1" name="Picture 7" descr="A purple circle with black background&#10;&#10;AI-generated content may be incorrect."/>
          <p:cNvPicPr/>
          <p:nvPr/>
        </p:nvPicPr>
        <p:blipFill>
          <a:blip r:embed="rId2"/>
          <a:srcRect l="0" t="11858" r="0" b="0"/>
          <a:stretch/>
        </p:blipFill>
        <p:spPr>
          <a:xfrm>
            <a:off x="398880" y="0"/>
            <a:ext cx="5697000" cy="5021280"/>
          </a:xfrm>
          <a:prstGeom prst="rect">
            <a:avLst/>
          </a:prstGeom>
          <a:ln w="0">
            <a:noFill/>
          </a:ln>
        </p:spPr>
      </p:pic>
      <p:sp>
        <p:nvSpPr>
          <p:cNvPr id="282" name="PlaceHolder 1"/>
          <p:cNvSpPr>
            <a:spLocks noGrp="1"/>
          </p:cNvSpPr>
          <p:nvPr>
            <p:ph type="title"/>
          </p:nvPr>
        </p:nvSpPr>
        <p:spPr>
          <a:xfrm>
            <a:off x="521280" y="548640"/>
            <a:ext cx="7478640" cy="363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80000"/>
              </a:lnSpc>
              <a:buNone/>
            </a:pPr>
            <a:r>
              <a:rPr b="0" lang="en-US" sz="7000" spc="49" strike="noStrike" cap="all">
                <a:solidFill>
                  <a:schemeClr val="dk1"/>
                </a:solidFill>
                <a:latin typeface="Lora"/>
              </a:rPr>
              <a:t>Click to edit Master title style</a:t>
            </a:r>
            <a:endParaRPr b="0" lang="en-US" sz="7000" spc="-1" strike="noStrike">
              <a:solidFill>
                <a:schemeClr val="dk1"/>
              </a:solidFill>
              <a:latin typeface="Poppins Light"/>
            </a:endParaRPr>
          </a:p>
        </p:txBody>
      </p:sp>
      <p:sp>
        <p:nvSpPr>
          <p:cNvPr id="283" name="PlaceHolder 2"/>
          <p:cNvSpPr>
            <a:spLocks noGrp="1"/>
          </p:cNvSpPr>
          <p:nvPr>
            <p:ph type="dt" idx="133"/>
          </p:nvPr>
        </p:nvSpPr>
        <p:spPr>
          <a:xfrm>
            <a:off x="347040" y="6530040"/>
            <a:ext cx="3283920" cy="32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dk1"/>
                </a:solidFill>
                <a:latin typeface="Poppins Light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/>
                </a:solidFill>
                <a:latin typeface="Poppins Light"/>
              </a:rPr>
              <a:t>&lt;date/time&gt;</a:t>
            </a:r>
            <a:endParaRPr b="0" lang="en-IE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4" name="PlaceHolder 3"/>
          <p:cNvSpPr>
            <a:spLocks noGrp="1"/>
          </p:cNvSpPr>
          <p:nvPr>
            <p:ph type="ftr" idx="134"/>
          </p:nvPr>
        </p:nvSpPr>
        <p:spPr>
          <a:xfrm>
            <a:off x="8660160" y="6530040"/>
            <a:ext cx="2805120" cy="32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dk1"/>
                </a:solidFill>
                <a:latin typeface="Poppins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/>
                </a:solidFill>
                <a:latin typeface="Poppins Light"/>
              </a:rPr>
              <a:t>&lt;footer&gt;</a:t>
            </a:r>
            <a:endParaRPr b="0" lang="en-IE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5" name="PlaceHolder 4"/>
          <p:cNvSpPr>
            <a:spLocks noGrp="1"/>
          </p:cNvSpPr>
          <p:nvPr>
            <p:ph type="sldNum" idx="135"/>
          </p:nvPr>
        </p:nvSpPr>
        <p:spPr>
          <a:xfrm>
            <a:off x="11415600" y="6530040"/>
            <a:ext cx="428760" cy="32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dk1"/>
                </a:solidFill>
                <a:latin typeface="Poppins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D86EB25-45DE-4C3E-8E0E-2651E5E72E38}" type="slidenum">
              <a:rPr b="0" lang="en-US" sz="900" spc="-1" strike="noStrike">
                <a:solidFill>
                  <a:schemeClr val="dk1"/>
                </a:solidFill>
                <a:latin typeface="Poppins Light"/>
              </a:rPr>
              <a:t>&lt;number&gt;</a:t>
            </a:fld>
            <a:endParaRPr b="0" lang="en-IE" sz="900" spc="-1" strike="noStrike">
              <a:solidFill>
                <a:srgbClr val="000000"/>
              </a:solidFill>
              <a:latin typeface="Times New Roman"/>
            </a:endParaRPr>
          </a:p>
        </p:txBody>
      </p:sp>
      <p:cxnSp>
        <p:nvCxnSpPr>
          <p:cNvPr id="286" name="Straight Connector 10"/>
          <p:cNvCxnSpPr/>
          <p:nvPr/>
        </p:nvCxnSpPr>
        <p:spPr>
          <a:xfrm>
            <a:off x="637560" y="4236840"/>
            <a:ext cx="360" cy="1384920"/>
          </a:xfrm>
          <a:prstGeom prst="straightConnector1">
            <a:avLst/>
          </a:prstGeom>
          <a:ln w="19050">
            <a:solidFill>
              <a:srgbClr val="000000"/>
            </a:solidFill>
          </a:ln>
        </p:spPr>
      </p:cxn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37" r:id="rId3"/>
  </p:sldLayoutIdLst>
</p:sldMaster>
</file>

<file path=ppt/slideMasters/slideMaster4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PlaceHolder 1"/>
          <p:cNvSpPr>
            <a:spLocks noGrp="1"/>
          </p:cNvSpPr>
          <p:nvPr>
            <p:ph type="dt" idx="136"/>
          </p:nvPr>
        </p:nvSpPr>
        <p:spPr>
          <a:xfrm>
            <a:off x="347040" y="6530040"/>
            <a:ext cx="3283920" cy="32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dk1"/>
                </a:solidFill>
                <a:latin typeface="Poppins Light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/>
                </a:solidFill>
                <a:latin typeface="Poppins Light"/>
              </a:rPr>
              <a:t>&lt;date/time&gt;</a:t>
            </a:r>
            <a:endParaRPr b="0" lang="en-IE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0" name="PlaceHolder 2"/>
          <p:cNvSpPr>
            <a:spLocks noGrp="1"/>
          </p:cNvSpPr>
          <p:nvPr>
            <p:ph type="ftr" idx="137"/>
          </p:nvPr>
        </p:nvSpPr>
        <p:spPr>
          <a:xfrm>
            <a:off x="8660160" y="6530040"/>
            <a:ext cx="2805120" cy="32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dk1"/>
                </a:solidFill>
                <a:latin typeface="Poppins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/>
                </a:solidFill>
                <a:latin typeface="Poppins Light"/>
              </a:rPr>
              <a:t>&lt;footer&gt;</a:t>
            </a:r>
            <a:endParaRPr b="0" lang="en-IE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1" name="PlaceHolder 3"/>
          <p:cNvSpPr>
            <a:spLocks noGrp="1"/>
          </p:cNvSpPr>
          <p:nvPr>
            <p:ph type="sldNum" idx="138"/>
          </p:nvPr>
        </p:nvSpPr>
        <p:spPr>
          <a:xfrm>
            <a:off x="11415600" y="6530040"/>
            <a:ext cx="428760" cy="32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dk1"/>
                </a:solidFill>
                <a:latin typeface="Poppins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801C4F3-1003-492D-8035-9E50E215FD1F}" type="slidenum">
              <a:rPr b="0" lang="en-US" sz="900" spc="-1" strike="noStrike">
                <a:solidFill>
                  <a:schemeClr val="dk1"/>
                </a:solidFill>
                <a:latin typeface="Poppins Light"/>
              </a:rPr>
              <a:t>&lt;number&gt;</a:t>
            </a:fld>
            <a:endParaRPr b="0" lang="en-IE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2" name="Rectangle: Rounded Corners 4"/>
          <p:cNvSpPr/>
          <p:nvPr/>
        </p:nvSpPr>
        <p:spPr>
          <a:xfrm>
            <a:off x="347040" y="327960"/>
            <a:ext cx="11497320" cy="6201360"/>
          </a:xfrm>
          <a:prstGeom prst="roundRect">
            <a:avLst>
              <a:gd name="adj" fmla="val 3015"/>
            </a:avLst>
          </a:prstGeom>
          <a:noFill/>
          <a:ln w="1905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Poppins Light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39" r:id="rId2"/>
  </p:sldLayoutIdLst>
</p:sldMaster>
</file>

<file path=ppt/slideMasters/slideMaster4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PlaceHolder 1"/>
          <p:cNvSpPr>
            <a:spLocks noGrp="1"/>
          </p:cNvSpPr>
          <p:nvPr>
            <p:ph type="title"/>
          </p:nvPr>
        </p:nvSpPr>
        <p:spPr>
          <a:xfrm>
            <a:off x="612720" y="553680"/>
            <a:ext cx="3595320" cy="175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80000"/>
              </a:lnSpc>
              <a:buNone/>
            </a:pPr>
            <a:r>
              <a:rPr b="0" lang="en-US" sz="2800" spc="49" strike="noStrike" cap="all">
                <a:solidFill>
                  <a:schemeClr val="dk1"/>
                </a:solidFill>
                <a:latin typeface="Lora"/>
              </a:rPr>
              <a:t>Click to edit Master title style</a:t>
            </a:r>
            <a:endParaRPr b="0" lang="en-US" sz="2800" spc="-1" strike="noStrike">
              <a:solidFill>
                <a:schemeClr val="dk1"/>
              </a:solidFill>
              <a:latin typeface="Poppins Light"/>
            </a:endParaRPr>
          </a:p>
        </p:txBody>
      </p:sp>
      <p:sp>
        <p:nvSpPr>
          <p:cNvPr id="294" name="PlaceHolder 2"/>
          <p:cNvSpPr>
            <a:spLocks noGrp="1"/>
          </p:cNvSpPr>
          <p:nvPr>
            <p:ph type="body"/>
          </p:nvPr>
        </p:nvSpPr>
        <p:spPr>
          <a:xfrm>
            <a:off x="612720" y="2311200"/>
            <a:ext cx="3595320" cy="39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4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1"/>
                </a:solidFill>
                <a:latin typeface="Poppins Light"/>
              </a:rPr>
              <a:t>Click to edit Master text styles</a:t>
            </a:r>
            <a:endParaRPr b="0" lang="en-US" sz="1600" spc="-1" strike="noStrike">
              <a:solidFill>
                <a:schemeClr val="dk1"/>
              </a:solidFill>
              <a:latin typeface="Poppins Light"/>
            </a:endParaRPr>
          </a:p>
        </p:txBody>
      </p:sp>
      <p:sp>
        <p:nvSpPr>
          <p:cNvPr id="295" name="PlaceHolder 3"/>
          <p:cNvSpPr>
            <a:spLocks noGrp="1"/>
          </p:cNvSpPr>
          <p:nvPr>
            <p:ph type="body"/>
          </p:nvPr>
        </p:nvSpPr>
        <p:spPr>
          <a:xfrm>
            <a:off x="5134680" y="553680"/>
            <a:ext cx="6440040" cy="575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14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Poppins Light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Poppins Light"/>
            </a:endParaRPr>
          </a:p>
          <a:p>
            <a:pPr lvl="1" marL="457200" indent="-228600" defTabSz="914400">
              <a:lnSpc>
                <a:spcPct val="14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Poppins Light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Poppins Light"/>
            </a:endParaRPr>
          </a:p>
          <a:p>
            <a:pPr lvl="2" marL="685800" indent="-228600" defTabSz="914400">
              <a:lnSpc>
                <a:spcPct val="14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Poppins Light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Poppins Light"/>
            </a:endParaRPr>
          </a:p>
          <a:p>
            <a:pPr lvl="3" marL="914400" indent="-228600" defTabSz="914400">
              <a:lnSpc>
                <a:spcPct val="14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Poppins Light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Poppins Light"/>
            </a:endParaRPr>
          </a:p>
          <a:p>
            <a:pPr lvl="4" marL="1143000" indent="-228600" defTabSz="914400">
              <a:lnSpc>
                <a:spcPct val="14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Poppins Light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Poppins Light"/>
            </a:endParaRPr>
          </a:p>
        </p:txBody>
      </p:sp>
      <p:sp>
        <p:nvSpPr>
          <p:cNvPr id="296" name="PlaceHolder 4"/>
          <p:cNvSpPr>
            <a:spLocks noGrp="1"/>
          </p:cNvSpPr>
          <p:nvPr>
            <p:ph type="dt" idx="139"/>
          </p:nvPr>
        </p:nvSpPr>
        <p:spPr>
          <a:xfrm>
            <a:off x="347040" y="6530040"/>
            <a:ext cx="3283920" cy="32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dk1"/>
                </a:solidFill>
                <a:latin typeface="Poppins Light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/>
                </a:solidFill>
                <a:latin typeface="Poppins Light"/>
              </a:rPr>
              <a:t>&lt;date/time&gt;</a:t>
            </a:r>
            <a:endParaRPr b="0" lang="en-IE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7" name="PlaceHolder 5"/>
          <p:cNvSpPr>
            <a:spLocks noGrp="1"/>
          </p:cNvSpPr>
          <p:nvPr>
            <p:ph type="ftr" idx="140"/>
          </p:nvPr>
        </p:nvSpPr>
        <p:spPr>
          <a:xfrm>
            <a:off x="8660160" y="6530040"/>
            <a:ext cx="2805120" cy="32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dk1"/>
                </a:solidFill>
                <a:latin typeface="Poppins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/>
                </a:solidFill>
                <a:latin typeface="Poppins Light"/>
              </a:rPr>
              <a:t>&lt;footer&gt;</a:t>
            </a:r>
            <a:endParaRPr b="0" lang="en-IE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8" name="PlaceHolder 6"/>
          <p:cNvSpPr>
            <a:spLocks noGrp="1"/>
          </p:cNvSpPr>
          <p:nvPr>
            <p:ph type="sldNum" idx="141"/>
          </p:nvPr>
        </p:nvSpPr>
        <p:spPr>
          <a:xfrm>
            <a:off x="11415600" y="6530040"/>
            <a:ext cx="428760" cy="32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dk1"/>
                </a:solidFill>
                <a:latin typeface="Poppins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4712767-BF68-4088-880D-6FD8566FFE34}" type="slidenum">
              <a:rPr b="0" lang="en-US" sz="900" spc="-1" strike="noStrike">
                <a:solidFill>
                  <a:schemeClr val="dk1"/>
                </a:solidFill>
                <a:latin typeface="Poppins Light"/>
              </a:rPr>
              <a:t>&lt;number&gt;</a:t>
            </a:fld>
            <a:endParaRPr b="0" lang="en-IE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41" r:id="rId2"/>
  </p:sldLayoutIdLst>
</p:sldMaster>
</file>

<file path=ppt/slideMasters/slideMaster4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PlaceHolder 1"/>
          <p:cNvSpPr>
            <a:spLocks noGrp="1"/>
          </p:cNvSpPr>
          <p:nvPr>
            <p:ph type="title"/>
          </p:nvPr>
        </p:nvSpPr>
        <p:spPr>
          <a:xfrm>
            <a:off x="859680" y="1847160"/>
            <a:ext cx="7341840" cy="1133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80000"/>
              </a:lnSpc>
              <a:buNone/>
            </a:pPr>
            <a:r>
              <a:rPr b="0" lang="en-US" sz="6000" spc="49" strike="noStrike" cap="all">
                <a:solidFill>
                  <a:schemeClr val="dk1"/>
                </a:solidFill>
                <a:latin typeface="Lora"/>
              </a:rPr>
              <a:t>Click to edit Master title style</a:t>
            </a:r>
            <a:endParaRPr b="0" lang="en-US" sz="6000" spc="-1" strike="noStrike">
              <a:solidFill>
                <a:schemeClr val="dk1"/>
              </a:solidFill>
              <a:latin typeface="Poppins Light"/>
            </a:endParaRPr>
          </a:p>
        </p:txBody>
      </p:sp>
      <p:sp>
        <p:nvSpPr>
          <p:cNvPr id="300" name="PlaceHolder 2"/>
          <p:cNvSpPr>
            <a:spLocks noGrp="1"/>
          </p:cNvSpPr>
          <p:nvPr>
            <p:ph type="body"/>
          </p:nvPr>
        </p:nvSpPr>
        <p:spPr>
          <a:xfrm>
            <a:off x="859680" y="3594240"/>
            <a:ext cx="10472400" cy="2742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4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Poppins Light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Poppins Light"/>
            </a:endParaRPr>
          </a:p>
          <a:p>
            <a:pPr marL="228600" indent="0" defTabSz="914400">
              <a:lnSpc>
                <a:spcPct val="14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Poppins Light"/>
              </a:rPr>
              <a:t>Second level</a:t>
            </a:r>
            <a:endParaRPr b="0" lang="en-US" sz="1200" spc="-1" strike="noStrike">
              <a:solidFill>
                <a:schemeClr val="dk1"/>
              </a:solidFill>
              <a:latin typeface="Poppins Light"/>
            </a:endParaRPr>
          </a:p>
          <a:p>
            <a:pPr marL="457200" indent="0" defTabSz="914400">
              <a:lnSpc>
                <a:spcPct val="14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Poppins Light"/>
              </a:rPr>
              <a:t>Third level</a:t>
            </a:r>
            <a:endParaRPr b="0" lang="en-US" sz="1100" spc="-1" strike="noStrike">
              <a:solidFill>
                <a:schemeClr val="dk1"/>
              </a:solidFill>
              <a:latin typeface="Poppins Light"/>
            </a:endParaRPr>
          </a:p>
          <a:p>
            <a:pPr marL="685800" indent="0" defTabSz="914400">
              <a:lnSpc>
                <a:spcPct val="14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chemeClr val="dk1"/>
                </a:solidFill>
                <a:latin typeface="Poppins Light"/>
              </a:rPr>
              <a:t>Fourth level</a:t>
            </a:r>
            <a:endParaRPr b="0" lang="en-US" sz="1050" spc="-1" strike="noStrike">
              <a:solidFill>
                <a:schemeClr val="dk1"/>
              </a:solidFill>
              <a:latin typeface="Poppins Light"/>
            </a:endParaRPr>
          </a:p>
          <a:p>
            <a:pPr marL="914400" indent="0" defTabSz="914400">
              <a:lnSpc>
                <a:spcPct val="14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chemeClr val="dk1"/>
                </a:solidFill>
                <a:latin typeface="Poppins Light"/>
              </a:rPr>
              <a:t>Fifth level</a:t>
            </a:r>
            <a:endParaRPr b="0" lang="en-US" sz="1000" spc="-1" strike="noStrike">
              <a:solidFill>
                <a:schemeClr val="dk1"/>
              </a:solidFill>
              <a:latin typeface="Poppins Light"/>
            </a:endParaRPr>
          </a:p>
        </p:txBody>
      </p:sp>
      <p:sp>
        <p:nvSpPr>
          <p:cNvPr id="301" name="PlaceHolder 3"/>
          <p:cNvSpPr>
            <a:spLocks noGrp="1"/>
          </p:cNvSpPr>
          <p:nvPr>
            <p:ph type="dt" idx="142"/>
          </p:nvPr>
        </p:nvSpPr>
        <p:spPr>
          <a:xfrm>
            <a:off x="347040" y="6530040"/>
            <a:ext cx="3283920" cy="32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dk1"/>
                </a:solidFill>
                <a:latin typeface="Poppins Light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/>
                </a:solidFill>
                <a:latin typeface="Poppins Light"/>
              </a:rPr>
              <a:t>&lt;date/time&gt;</a:t>
            </a:r>
            <a:endParaRPr b="0" lang="en-IE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2" name="PlaceHolder 4"/>
          <p:cNvSpPr>
            <a:spLocks noGrp="1"/>
          </p:cNvSpPr>
          <p:nvPr>
            <p:ph type="ftr" idx="143"/>
          </p:nvPr>
        </p:nvSpPr>
        <p:spPr>
          <a:xfrm>
            <a:off x="8660160" y="6530040"/>
            <a:ext cx="2805120" cy="32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dk1"/>
                </a:solidFill>
                <a:latin typeface="Poppins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/>
                </a:solidFill>
                <a:latin typeface="Poppins Light"/>
              </a:rPr>
              <a:t>&lt;footer&gt;</a:t>
            </a:r>
            <a:endParaRPr b="0" lang="en-IE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3" name="PlaceHolder 5"/>
          <p:cNvSpPr>
            <a:spLocks noGrp="1"/>
          </p:cNvSpPr>
          <p:nvPr>
            <p:ph type="sldNum" idx="144"/>
          </p:nvPr>
        </p:nvSpPr>
        <p:spPr>
          <a:xfrm>
            <a:off x="11415600" y="6530040"/>
            <a:ext cx="428760" cy="32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dk1"/>
                </a:solidFill>
                <a:latin typeface="Poppins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12E79A9-256B-4F50-819D-A69B428DEB89}" type="slidenum">
              <a:rPr b="0" lang="en-US" sz="900" spc="-1" strike="noStrike">
                <a:solidFill>
                  <a:schemeClr val="dk1"/>
                </a:solidFill>
                <a:latin typeface="Poppins Light"/>
              </a:rPr>
              <a:t>&lt;number&gt;</a:t>
            </a:fld>
            <a:endParaRPr b="0" lang="en-IE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4" name="Rectangle: Rounded Corners 2"/>
          <p:cNvSpPr/>
          <p:nvPr/>
        </p:nvSpPr>
        <p:spPr>
          <a:xfrm>
            <a:off x="347040" y="327960"/>
            <a:ext cx="11497320" cy="6201360"/>
          </a:xfrm>
          <a:prstGeom prst="roundRect">
            <a:avLst>
              <a:gd name="adj" fmla="val 3015"/>
            </a:avLst>
          </a:prstGeom>
          <a:noFill/>
          <a:ln w="1905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Poppins Light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43" r:id="rId2"/>
  </p:sldLayoutIdLst>
</p:sldMaster>
</file>

<file path=ppt/slideMasters/slideMaster4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5" name="Picture 7" descr="A purple circle with black background&#10;&#10;AI-generated content may be incorrect."/>
          <p:cNvPicPr/>
          <p:nvPr/>
        </p:nvPicPr>
        <p:blipFill>
          <a:blip r:embed="rId2"/>
          <a:srcRect l="0" t="47101" r="0" b="0"/>
          <a:stretch/>
        </p:blipFill>
        <p:spPr>
          <a:xfrm>
            <a:off x="462600" y="0"/>
            <a:ext cx="8989200" cy="4755240"/>
          </a:xfrm>
          <a:prstGeom prst="rect">
            <a:avLst/>
          </a:prstGeom>
          <a:ln w="0">
            <a:noFill/>
          </a:ln>
        </p:spPr>
      </p:pic>
      <p:sp>
        <p:nvSpPr>
          <p:cNvPr id="306" name="PlaceHolder 1"/>
          <p:cNvSpPr>
            <a:spLocks noGrp="1"/>
          </p:cNvSpPr>
          <p:nvPr>
            <p:ph type="title"/>
          </p:nvPr>
        </p:nvSpPr>
        <p:spPr>
          <a:xfrm>
            <a:off x="4830840" y="3603240"/>
            <a:ext cx="7013520" cy="1507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80000"/>
              </a:lnSpc>
              <a:buNone/>
            </a:pPr>
            <a:r>
              <a:rPr b="0" lang="en-US" sz="4500" spc="49" strike="noStrike" cap="all">
                <a:solidFill>
                  <a:schemeClr val="dk1"/>
                </a:solidFill>
                <a:latin typeface="Lora"/>
              </a:rPr>
              <a:t>Click to edit Master title style</a:t>
            </a:r>
            <a:endParaRPr b="0" lang="en-US" sz="4500" spc="-1" strike="noStrike">
              <a:solidFill>
                <a:schemeClr val="dk1"/>
              </a:solidFill>
              <a:latin typeface="Poppins Light"/>
            </a:endParaRPr>
          </a:p>
        </p:txBody>
      </p:sp>
      <p:sp>
        <p:nvSpPr>
          <p:cNvPr id="307" name="PlaceHolder 2"/>
          <p:cNvSpPr>
            <a:spLocks noGrp="1"/>
          </p:cNvSpPr>
          <p:nvPr>
            <p:ph type="body"/>
          </p:nvPr>
        </p:nvSpPr>
        <p:spPr>
          <a:xfrm>
            <a:off x="5484240" y="5481000"/>
            <a:ext cx="6360480" cy="743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1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Poppins Light"/>
              </a:rPr>
              <a:t>Click to edit Master text styles</a:t>
            </a:r>
            <a:endParaRPr b="0" lang="en-US" sz="1800" spc="-1" strike="noStrike">
              <a:solidFill>
                <a:schemeClr val="dk1"/>
              </a:solidFill>
              <a:latin typeface="Poppins Light"/>
            </a:endParaRPr>
          </a:p>
          <a:p>
            <a:pPr marL="228600" indent="0" defTabSz="914400">
              <a:lnSpc>
                <a:spcPct val="11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1"/>
                </a:solidFill>
                <a:latin typeface="Poppins Light"/>
              </a:rPr>
              <a:t>Second level</a:t>
            </a:r>
            <a:endParaRPr b="0" lang="en-US" sz="1600" spc="-1" strike="noStrike">
              <a:solidFill>
                <a:schemeClr val="dk1"/>
              </a:solidFill>
              <a:latin typeface="Poppins Light"/>
            </a:endParaRPr>
          </a:p>
        </p:txBody>
      </p:sp>
      <p:sp>
        <p:nvSpPr>
          <p:cNvPr id="308" name="PlaceHolder 3"/>
          <p:cNvSpPr>
            <a:spLocks noGrp="1"/>
          </p:cNvSpPr>
          <p:nvPr>
            <p:ph type="dt" idx="145"/>
          </p:nvPr>
        </p:nvSpPr>
        <p:spPr>
          <a:xfrm>
            <a:off x="347040" y="6530040"/>
            <a:ext cx="3283920" cy="32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dk1"/>
                </a:solidFill>
                <a:latin typeface="Poppins Light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/>
                </a:solidFill>
                <a:latin typeface="Poppins Light"/>
              </a:rPr>
              <a:t>&lt;date/time&gt;</a:t>
            </a:r>
            <a:endParaRPr b="0" lang="en-IE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9" name="PlaceHolder 4"/>
          <p:cNvSpPr>
            <a:spLocks noGrp="1"/>
          </p:cNvSpPr>
          <p:nvPr>
            <p:ph type="ftr" idx="146"/>
          </p:nvPr>
        </p:nvSpPr>
        <p:spPr>
          <a:xfrm>
            <a:off x="8660160" y="6530040"/>
            <a:ext cx="2805120" cy="32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dk1"/>
                </a:solidFill>
                <a:latin typeface="Poppins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/>
                </a:solidFill>
                <a:latin typeface="Poppins Light"/>
              </a:rPr>
              <a:t>&lt;footer&gt;</a:t>
            </a:r>
            <a:endParaRPr b="0" lang="en-IE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0" name="PlaceHolder 5"/>
          <p:cNvSpPr>
            <a:spLocks noGrp="1"/>
          </p:cNvSpPr>
          <p:nvPr>
            <p:ph type="sldNum" idx="147"/>
          </p:nvPr>
        </p:nvSpPr>
        <p:spPr>
          <a:xfrm>
            <a:off x="11415600" y="6530040"/>
            <a:ext cx="428760" cy="32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dk1"/>
                </a:solidFill>
                <a:latin typeface="Poppins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344BAA6-D955-470D-9088-A825E1CC660D}" type="slidenum">
              <a:rPr b="0" lang="en-US" sz="900" spc="-1" strike="noStrike">
                <a:solidFill>
                  <a:schemeClr val="dk1"/>
                </a:solidFill>
                <a:latin typeface="Poppins Light"/>
              </a:rPr>
              <a:t>&lt;number&gt;</a:t>
            </a:fld>
            <a:endParaRPr b="0" lang="en-IE" sz="900" spc="-1" strike="noStrike">
              <a:solidFill>
                <a:srgbClr val="000000"/>
              </a:solidFill>
              <a:latin typeface="Times New Roman"/>
            </a:endParaRPr>
          </a:p>
        </p:txBody>
      </p:sp>
      <p:cxnSp>
        <p:nvCxnSpPr>
          <p:cNvPr id="311" name="Straight Connector 10"/>
          <p:cNvCxnSpPr/>
          <p:nvPr/>
        </p:nvCxnSpPr>
        <p:spPr>
          <a:xfrm>
            <a:off x="4985640" y="5238720"/>
            <a:ext cx="360" cy="883080"/>
          </a:xfrm>
          <a:prstGeom prst="straightConnector1">
            <a:avLst/>
          </a:prstGeom>
          <a:ln w="19050">
            <a:solidFill>
              <a:srgbClr val="000000"/>
            </a:solidFill>
          </a:ln>
        </p:spPr>
      </p:cxn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45" r:id="rId3"/>
  </p:sldLayoutIdLst>
</p:sldMaster>
</file>

<file path=ppt/slideMasters/slideMaster5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Picture 7" descr="A purple circle with black background&#10;&#10;AI-generated content may be incorrect."/>
          <p:cNvPicPr/>
          <p:nvPr/>
        </p:nvPicPr>
        <p:blipFill>
          <a:blip r:embed="rId2"/>
          <a:srcRect l="0" t="0" r="6570" b="47295"/>
          <a:stretch/>
        </p:blipFill>
        <p:spPr>
          <a:xfrm>
            <a:off x="3701160" y="2068200"/>
            <a:ext cx="8490600" cy="4789440"/>
          </a:xfrm>
          <a:prstGeom prst="rect">
            <a:avLst/>
          </a:prstGeom>
          <a:ln w="0">
            <a:noFill/>
          </a:ln>
        </p:spPr>
      </p:pic>
      <p:sp>
        <p:nvSpPr>
          <p:cNvPr id="313" name="PlaceHolder 1"/>
          <p:cNvSpPr>
            <a:spLocks noGrp="1"/>
          </p:cNvSpPr>
          <p:nvPr>
            <p:ph type="title"/>
          </p:nvPr>
        </p:nvSpPr>
        <p:spPr>
          <a:xfrm>
            <a:off x="618120" y="854280"/>
            <a:ext cx="7876080" cy="359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80000"/>
              </a:lnSpc>
              <a:buNone/>
            </a:pPr>
            <a:r>
              <a:rPr b="0" lang="en-US" sz="7200" spc="49" strike="noStrike" cap="all">
                <a:solidFill>
                  <a:schemeClr val="dk1"/>
                </a:solidFill>
                <a:latin typeface="Lora"/>
              </a:rPr>
              <a:t>Click to edit Master title style</a:t>
            </a:r>
            <a:endParaRPr b="0" lang="en-US" sz="7200" spc="-1" strike="noStrike">
              <a:solidFill>
                <a:schemeClr val="dk1"/>
              </a:solidFill>
              <a:latin typeface="Poppins Light"/>
            </a:endParaRPr>
          </a:p>
        </p:txBody>
      </p:sp>
      <p:sp>
        <p:nvSpPr>
          <p:cNvPr id="314" name="PlaceHolder 2"/>
          <p:cNvSpPr>
            <a:spLocks noGrp="1"/>
          </p:cNvSpPr>
          <p:nvPr>
            <p:ph type="dt" idx="148"/>
          </p:nvPr>
        </p:nvSpPr>
        <p:spPr>
          <a:xfrm>
            <a:off x="347040" y="6530040"/>
            <a:ext cx="3283920" cy="32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dk1"/>
                </a:solidFill>
                <a:latin typeface="Poppins Light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/>
                </a:solidFill>
                <a:latin typeface="Poppins Light"/>
              </a:rPr>
              <a:t>&lt;date/time&gt;</a:t>
            </a:r>
            <a:endParaRPr b="0" lang="en-IE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5" name="PlaceHolder 3"/>
          <p:cNvSpPr>
            <a:spLocks noGrp="1"/>
          </p:cNvSpPr>
          <p:nvPr>
            <p:ph type="ftr" idx="149"/>
          </p:nvPr>
        </p:nvSpPr>
        <p:spPr>
          <a:xfrm>
            <a:off x="8660160" y="6530040"/>
            <a:ext cx="2805120" cy="32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dk1"/>
                </a:solidFill>
                <a:latin typeface="Poppins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/>
                </a:solidFill>
                <a:latin typeface="Poppins Light"/>
              </a:rPr>
              <a:t>&lt;footer&gt;</a:t>
            </a:r>
            <a:endParaRPr b="0" lang="en-IE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6" name="PlaceHolder 4"/>
          <p:cNvSpPr>
            <a:spLocks noGrp="1"/>
          </p:cNvSpPr>
          <p:nvPr>
            <p:ph type="sldNum" idx="150"/>
          </p:nvPr>
        </p:nvSpPr>
        <p:spPr>
          <a:xfrm>
            <a:off x="11415600" y="6530040"/>
            <a:ext cx="428760" cy="32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dk1"/>
                </a:solidFill>
                <a:latin typeface="Poppins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10F684C-ABDA-4487-881E-1DCEE05BDE30}" type="slidenum">
              <a:rPr b="0" lang="en-US" sz="900" spc="-1" strike="noStrike">
                <a:solidFill>
                  <a:schemeClr val="dk1"/>
                </a:solidFill>
                <a:latin typeface="Poppins Light"/>
              </a:rPr>
              <a:t>&lt;number&gt;</a:t>
            </a:fld>
            <a:endParaRPr b="0" lang="en-IE" sz="900" spc="-1" strike="noStrike">
              <a:solidFill>
                <a:srgbClr val="000000"/>
              </a:solidFill>
              <a:latin typeface="Times New Roman"/>
            </a:endParaRPr>
          </a:p>
        </p:txBody>
      </p:sp>
      <p:cxnSp>
        <p:nvCxnSpPr>
          <p:cNvPr id="317" name="Straight Connector 9"/>
          <p:cNvCxnSpPr/>
          <p:nvPr/>
        </p:nvCxnSpPr>
        <p:spPr>
          <a:xfrm>
            <a:off x="755640" y="4492080"/>
            <a:ext cx="360" cy="1129680"/>
          </a:xfrm>
          <a:prstGeom prst="straightConnector1">
            <a:avLst/>
          </a:prstGeom>
          <a:ln w="19050">
            <a:solidFill>
              <a:srgbClr val="000000"/>
            </a:solidFill>
          </a:ln>
        </p:spPr>
      </p:cxn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47" r:id="rId3"/>
  </p:sldLayoutIdLst>
</p:sldMaster>
</file>

<file path=ppt/slideMasters/slideMaster5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0" name="Picture 7" descr=""/>
          <p:cNvPicPr/>
          <p:nvPr/>
        </p:nvPicPr>
        <p:blipFill>
          <a:blip r:embed="rId2"/>
          <a:stretch/>
        </p:blipFill>
        <p:spPr>
          <a:xfrm>
            <a:off x="3572640" y="905760"/>
            <a:ext cx="5046480" cy="5046480"/>
          </a:xfrm>
          <a:prstGeom prst="rect">
            <a:avLst/>
          </a:prstGeom>
          <a:ln w="0">
            <a:noFill/>
          </a:ln>
        </p:spPr>
      </p:pic>
      <p:sp>
        <p:nvSpPr>
          <p:cNvPr id="321" name="PlaceHolder 1"/>
          <p:cNvSpPr>
            <a:spLocks noGrp="1"/>
          </p:cNvSpPr>
          <p:nvPr>
            <p:ph type="title"/>
          </p:nvPr>
        </p:nvSpPr>
        <p:spPr>
          <a:xfrm>
            <a:off x="1353960" y="1427040"/>
            <a:ext cx="9483840" cy="262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algn="ctr" defTabSz="914400">
              <a:lnSpc>
                <a:spcPct val="80000"/>
              </a:lnSpc>
              <a:buNone/>
            </a:pPr>
            <a:r>
              <a:rPr b="0" lang="en-US" sz="6000" spc="49" strike="noStrike" cap="all">
                <a:solidFill>
                  <a:schemeClr val="dk1"/>
                </a:solidFill>
                <a:latin typeface="Lora"/>
              </a:rPr>
              <a:t>Click to edit Master title style</a:t>
            </a:r>
            <a:endParaRPr b="0" lang="en-US" sz="6000" spc="-1" strike="noStrike">
              <a:solidFill>
                <a:schemeClr val="dk1"/>
              </a:solidFill>
              <a:latin typeface="Poppins Light"/>
            </a:endParaRPr>
          </a:p>
        </p:txBody>
      </p:sp>
      <p:sp>
        <p:nvSpPr>
          <p:cNvPr id="322" name="PlaceHolder 2"/>
          <p:cNvSpPr>
            <a:spLocks noGrp="1"/>
          </p:cNvSpPr>
          <p:nvPr>
            <p:ph type="dt" idx="151"/>
          </p:nvPr>
        </p:nvSpPr>
        <p:spPr>
          <a:xfrm>
            <a:off x="347040" y="6530040"/>
            <a:ext cx="3283920" cy="32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dk1"/>
                </a:solidFill>
                <a:latin typeface="Poppins Light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/>
                </a:solidFill>
                <a:latin typeface="Poppins Light"/>
              </a:rPr>
              <a:t>&lt;date/time&gt;</a:t>
            </a:r>
            <a:endParaRPr b="0" lang="en-IE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3" name="PlaceHolder 3"/>
          <p:cNvSpPr>
            <a:spLocks noGrp="1"/>
          </p:cNvSpPr>
          <p:nvPr>
            <p:ph type="ftr" idx="152"/>
          </p:nvPr>
        </p:nvSpPr>
        <p:spPr>
          <a:xfrm>
            <a:off x="8660160" y="6530040"/>
            <a:ext cx="2805120" cy="32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dk1"/>
                </a:solidFill>
                <a:latin typeface="Poppins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/>
                </a:solidFill>
                <a:latin typeface="Poppins Light"/>
              </a:rPr>
              <a:t>&lt;footer&gt;</a:t>
            </a:r>
            <a:endParaRPr b="0" lang="en-IE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4" name="PlaceHolder 4"/>
          <p:cNvSpPr>
            <a:spLocks noGrp="1"/>
          </p:cNvSpPr>
          <p:nvPr>
            <p:ph type="sldNum" idx="153"/>
          </p:nvPr>
        </p:nvSpPr>
        <p:spPr>
          <a:xfrm>
            <a:off x="11415600" y="6530040"/>
            <a:ext cx="428760" cy="32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dk1"/>
                </a:solidFill>
                <a:latin typeface="Poppins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BC92ED2-037C-4442-9BF5-8CFFCB799611}" type="slidenum">
              <a:rPr b="0" lang="en-US" sz="900" spc="-1" strike="noStrike">
                <a:solidFill>
                  <a:schemeClr val="dk1"/>
                </a:solidFill>
                <a:latin typeface="Poppins Light"/>
              </a:rPr>
              <a:t>&lt;number&gt;</a:t>
            </a:fld>
            <a:endParaRPr b="0" lang="en-IE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49" r:id="rId3"/>
  </p:sldLayoutIdLst>
</p:sldMaster>
</file>

<file path=ppt/slideMasters/slideMaster5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Picture 12" descr=""/>
          <p:cNvPicPr/>
          <p:nvPr/>
        </p:nvPicPr>
        <p:blipFill>
          <a:blip r:embed="rId2"/>
          <a:stretch/>
        </p:blipFill>
        <p:spPr>
          <a:xfrm>
            <a:off x="1114560" y="1198440"/>
            <a:ext cx="4438440" cy="4438440"/>
          </a:xfrm>
          <a:prstGeom prst="rect">
            <a:avLst/>
          </a:prstGeom>
          <a:ln w="0">
            <a:noFill/>
          </a:ln>
        </p:spPr>
      </p:pic>
      <p:sp>
        <p:nvSpPr>
          <p:cNvPr id="328" name="PlaceHolder 1"/>
          <p:cNvSpPr>
            <a:spLocks noGrp="1"/>
          </p:cNvSpPr>
          <p:nvPr>
            <p:ph type="title"/>
          </p:nvPr>
        </p:nvSpPr>
        <p:spPr>
          <a:xfrm>
            <a:off x="1930680" y="2801880"/>
            <a:ext cx="8686440" cy="2565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80000"/>
              </a:lnSpc>
              <a:buNone/>
            </a:pPr>
            <a:r>
              <a:rPr b="0" lang="en-US" sz="6600" spc="49" strike="noStrike" cap="all">
                <a:solidFill>
                  <a:schemeClr val="dk1"/>
                </a:solidFill>
                <a:latin typeface="Lora"/>
              </a:rPr>
              <a:t>Click to edit Master title style</a:t>
            </a:r>
            <a:endParaRPr b="0" lang="en-US" sz="6600" spc="-1" strike="noStrike">
              <a:solidFill>
                <a:schemeClr val="dk1"/>
              </a:solidFill>
              <a:latin typeface="Poppins Light"/>
            </a:endParaRPr>
          </a:p>
        </p:txBody>
      </p:sp>
      <p:sp>
        <p:nvSpPr>
          <p:cNvPr id="329" name="PlaceHolder 2"/>
          <p:cNvSpPr>
            <a:spLocks noGrp="1"/>
          </p:cNvSpPr>
          <p:nvPr>
            <p:ph type="body"/>
          </p:nvPr>
        </p:nvSpPr>
        <p:spPr>
          <a:xfrm>
            <a:off x="1346040" y="1726200"/>
            <a:ext cx="3024360" cy="54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4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1"/>
                </a:solidFill>
                <a:latin typeface="Poppins Light"/>
              </a:rPr>
              <a:t>Click to edit Master text styles</a:t>
            </a:r>
            <a:endParaRPr b="0" lang="en-US" sz="1600" spc="-1" strike="noStrike">
              <a:solidFill>
                <a:schemeClr val="dk1"/>
              </a:solidFill>
              <a:latin typeface="Poppins Light"/>
            </a:endParaRPr>
          </a:p>
          <a:p>
            <a:pPr marL="228600" indent="0" defTabSz="914400">
              <a:lnSpc>
                <a:spcPct val="14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Poppins Light"/>
              </a:rPr>
              <a:t>Second level</a:t>
            </a:r>
            <a:endParaRPr b="0" lang="en-US" sz="1400" spc="-1" strike="noStrike">
              <a:solidFill>
                <a:schemeClr val="dk1"/>
              </a:solidFill>
              <a:latin typeface="Poppins Light"/>
            </a:endParaRPr>
          </a:p>
          <a:p>
            <a:pPr marL="457200" indent="0" defTabSz="914400">
              <a:lnSpc>
                <a:spcPct val="14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/>
                </a:solidFill>
                <a:latin typeface="Poppins Light"/>
              </a:rPr>
              <a:t>Third level</a:t>
            </a:r>
            <a:endParaRPr b="0" lang="en-US" sz="1200" spc="-1" strike="noStrike">
              <a:solidFill>
                <a:schemeClr val="dk1"/>
              </a:solidFill>
              <a:latin typeface="Poppins Light"/>
            </a:endParaRPr>
          </a:p>
          <a:p>
            <a:pPr marL="685800" indent="0" defTabSz="914400">
              <a:lnSpc>
                <a:spcPct val="14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/>
                </a:solidFill>
                <a:latin typeface="Poppins Light"/>
              </a:rPr>
              <a:t>Fourth level</a:t>
            </a:r>
            <a:endParaRPr b="0" lang="en-US" sz="1100" spc="-1" strike="noStrike">
              <a:solidFill>
                <a:schemeClr val="dk1"/>
              </a:solidFill>
              <a:latin typeface="Poppins Light"/>
            </a:endParaRPr>
          </a:p>
          <a:p>
            <a:pPr marL="914400" indent="0" defTabSz="914400">
              <a:lnSpc>
                <a:spcPct val="14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chemeClr val="dk1"/>
                </a:solidFill>
                <a:latin typeface="Poppins Light"/>
              </a:rPr>
              <a:t>Fifth level</a:t>
            </a:r>
            <a:endParaRPr b="0" lang="en-US" sz="1050" spc="-1" strike="noStrike">
              <a:solidFill>
                <a:schemeClr val="dk1"/>
              </a:solidFill>
              <a:latin typeface="Poppins Light"/>
            </a:endParaRPr>
          </a:p>
        </p:txBody>
      </p:sp>
      <p:sp>
        <p:nvSpPr>
          <p:cNvPr id="330" name="PlaceHolder 3"/>
          <p:cNvSpPr>
            <a:spLocks noGrp="1"/>
          </p:cNvSpPr>
          <p:nvPr>
            <p:ph type="dt" idx="154"/>
          </p:nvPr>
        </p:nvSpPr>
        <p:spPr>
          <a:xfrm>
            <a:off x="347040" y="6530040"/>
            <a:ext cx="3283920" cy="32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dk1"/>
                </a:solidFill>
                <a:latin typeface="Poppins Light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/>
                </a:solidFill>
                <a:latin typeface="Poppins Light"/>
              </a:rPr>
              <a:t>&lt;date/time&gt;</a:t>
            </a:r>
            <a:endParaRPr b="0" lang="en-IE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1" name="PlaceHolder 4"/>
          <p:cNvSpPr>
            <a:spLocks noGrp="1"/>
          </p:cNvSpPr>
          <p:nvPr>
            <p:ph type="ftr" idx="155"/>
          </p:nvPr>
        </p:nvSpPr>
        <p:spPr>
          <a:xfrm>
            <a:off x="8660160" y="6530040"/>
            <a:ext cx="2805120" cy="32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dk1"/>
                </a:solidFill>
                <a:latin typeface="Poppins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dk1"/>
                </a:solidFill>
                <a:latin typeface="Poppins Light"/>
              </a:rPr>
              <a:t>&lt;footer&gt;</a:t>
            </a:r>
            <a:endParaRPr b="0" lang="en-IE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2" name="PlaceHolder 5"/>
          <p:cNvSpPr>
            <a:spLocks noGrp="1"/>
          </p:cNvSpPr>
          <p:nvPr>
            <p:ph type="sldNum" idx="156"/>
          </p:nvPr>
        </p:nvSpPr>
        <p:spPr>
          <a:xfrm>
            <a:off x="11415600" y="6530040"/>
            <a:ext cx="428760" cy="32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dk1"/>
                </a:solidFill>
                <a:latin typeface="Poppins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2E8DB8D-3AEC-4BDE-9A50-9958D4AC1B54}" type="slidenum">
              <a:rPr b="0" lang="en-US" sz="900" spc="-1" strike="noStrike">
                <a:solidFill>
                  <a:schemeClr val="dk1"/>
                </a:solidFill>
                <a:latin typeface="Poppins Light"/>
              </a:rPr>
              <a:t>&lt;number&gt;</a:t>
            </a:fld>
            <a:endParaRPr b="0" lang="en-IE" sz="900" spc="-1" strike="noStrike">
              <a:solidFill>
                <a:srgbClr val="000000"/>
              </a:solidFill>
              <a:latin typeface="Times New Roman"/>
            </a:endParaRPr>
          </a:p>
        </p:txBody>
      </p:sp>
      <p:cxnSp>
        <p:nvCxnSpPr>
          <p:cNvPr id="333" name="Straight Connector 10"/>
          <p:cNvCxnSpPr/>
          <p:nvPr/>
        </p:nvCxnSpPr>
        <p:spPr>
          <a:xfrm>
            <a:off x="1450080" y="2522160"/>
            <a:ext cx="360" cy="2625480"/>
          </a:xfrm>
          <a:prstGeom prst="straightConnector1">
            <a:avLst/>
          </a:prstGeom>
          <a:ln w="19050">
            <a:solidFill>
              <a:srgbClr val="000000"/>
            </a:solidFill>
          </a:ln>
        </p:spPr>
      </p:cxn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51" r:id="rId3"/>
  </p:sldLayoutIdLst>
</p:sldMaster>
</file>

<file path=ppt/slideMasters/slideMaster5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4" name="Picture 2" descr="A purple circle with black background&#10;&#10;AI-generated content may be incorrect."/>
          <p:cNvPicPr/>
          <p:nvPr/>
        </p:nvPicPr>
        <p:blipFill>
          <a:blip r:embed="rId2"/>
          <a:srcRect l="0" t="0" r="0" b="11501"/>
          <a:stretch/>
        </p:blipFill>
        <p:spPr>
          <a:xfrm>
            <a:off x="421560" y="1836360"/>
            <a:ext cx="5673960" cy="5021280"/>
          </a:xfrm>
          <a:prstGeom prst="rect">
            <a:avLst/>
          </a:prstGeom>
          <a:ln w="0">
            <a:noFill/>
          </a:ln>
        </p:spPr>
      </p:pic>
      <p:sp>
        <p:nvSpPr>
          <p:cNvPr id="335" name="PlaceHolder 1"/>
          <p:cNvSpPr>
            <a:spLocks noGrp="1"/>
          </p:cNvSpPr>
          <p:nvPr>
            <p:ph type="title"/>
          </p:nvPr>
        </p:nvSpPr>
        <p:spPr>
          <a:xfrm>
            <a:off x="1450440" y="990720"/>
            <a:ext cx="9145800" cy="3629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80000"/>
              </a:lnSpc>
              <a:buNone/>
            </a:pPr>
            <a:r>
              <a:rPr b="0" lang="en-US" sz="6500" spc="49" strike="noStrike" cap="all">
                <a:solidFill>
                  <a:schemeClr val="lt1"/>
                </a:solidFill>
                <a:latin typeface="Lora"/>
              </a:rPr>
              <a:t>Click to edit Master title style</a:t>
            </a:r>
            <a:endParaRPr b="0" lang="en-US" sz="6500" spc="-1" strike="noStrike">
              <a:solidFill>
                <a:schemeClr val="dk1"/>
              </a:solidFill>
              <a:latin typeface="Poppins Light"/>
            </a:endParaRPr>
          </a:p>
        </p:txBody>
      </p:sp>
      <p:sp>
        <p:nvSpPr>
          <p:cNvPr id="336" name="PlaceHolder 2"/>
          <p:cNvSpPr>
            <a:spLocks noGrp="1"/>
          </p:cNvSpPr>
          <p:nvPr>
            <p:ph type="dt" idx="157"/>
          </p:nvPr>
        </p:nvSpPr>
        <p:spPr>
          <a:xfrm>
            <a:off x="347040" y="6530040"/>
            <a:ext cx="3283920" cy="32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lt1"/>
                </a:solidFill>
                <a:latin typeface="Poppins Light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lt1"/>
                </a:solidFill>
                <a:latin typeface="Poppins Light"/>
              </a:rPr>
              <a:t>&lt;date/time&gt;</a:t>
            </a:r>
            <a:endParaRPr b="0" lang="en-IE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7" name="PlaceHolder 3"/>
          <p:cNvSpPr>
            <a:spLocks noGrp="1"/>
          </p:cNvSpPr>
          <p:nvPr>
            <p:ph type="ftr" idx="158"/>
          </p:nvPr>
        </p:nvSpPr>
        <p:spPr>
          <a:xfrm>
            <a:off x="8660160" y="6530040"/>
            <a:ext cx="2805120" cy="32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lt1"/>
                </a:solidFill>
                <a:latin typeface="Poppins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chemeClr val="lt1"/>
                </a:solidFill>
                <a:latin typeface="Poppins Light"/>
              </a:rPr>
              <a:t>&lt;footer&gt;</a:t>
            </a:r>
            <a:endParaRPr b="0" lang="en-IE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8" name="PlaceHolder 4"/>
          <p:cNvSpPr>
            <a:spLocks noGrp="1"/>
          </p:cNvSpPr>
          <p:nvPr>
            <p:ph type="sldNum" idx="159"/>
          </p:nvPr>
        </p:nvSpPr>
        <p:spPr>
          <a:xfrm>
            <a:off x="11415600" y="6530040"/>
            <a:ext cx="428760" cy="32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900" spc="-1" strike="noStrike">
                <a:solidFill>
                  <a:schemeClr val="lt1"/>
                </a:solidFill>
                <a:latin typeface="Poppins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824F336-45A2-4A65-A5D9-59D8E38C43CA}" type="slidenum">
              <a:rPr b="0" lang="en-US" sz="900" spc="-1" strike="noStrike">
                <a:solidFill>
                  <a:schemeClr val="lt1"/>
                </a:solidFill>
                <a:latin typeface="Poppins Light"/>
              </a:rPr>
              <a:t>&lt;number&gt;</a:t>
            </a:fld>
            <a:endParaRPr b="0" lang="en-IE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9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4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chemeClr val="dk1"/>
                </a:solidFill>
                <a:latin typeface="Poppins Light"/>
              </a:rPr>
              <a:t>Click to edit the outline text format</a:t>
            </a:r>
            <a:endParaRPr b="0" lang="en-US" sz="1400" spc="-1" strike="noStrike">
              <a:solidFill>
                <a:schemeClr val="dk1"/>
              </a:solidFill>
              <a:latin typeface="Poppins Light"/>
            </a:endParaRPr>
          </a:p>
          <a:p>
            <a:pPr lvl="1" marL="864000" indent="-324000">
              <a:lnSpc>
                <a:spcPct val="14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100" spc="-1" strike="noStrike">
                <a:solidFill>
                  <a:schemeClr val="dk1"/>
                </a:solidFill>
                <a:latin typeface="Poppins Light"/>
              </a:rPr>
              <a:t>Second Outline Level</a:t>
            </a:r>
            <a:endParaRPr b="0" lang="en-US" sz="1100" spc="-1" strike="noStrike">
              <a:solidFill>
                <a:schemeClr val="dk1"/>
              </a:solidFill>
              <a:latin typeface="Poppins Light"/>
            </a:endParaRPr>
          </a:p>
          <a:p>
            <a:pPr lvl="2" marL="1296000" indent="-288000">
              <a:lnSpc>
                <a:spcPct val="14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050" spc="-1" strike="noStrike">
                <a:solidFill>
                  <a:schemeClr val="dk1"/>
                </a:solidFill>
                <a:latin typeface="Poppins Light"/>
              </a:rPr>
              <a:t>Third Outline Level</a:t>
            </a:r>
            <a:endParaRPr b="0" lang="en-US" sz="1050" spc="-1" strike="noStrike">
              <a:solidFill>
                <a:schemeClr val="dk1"/>
              </a:solidFill>
              <a:latin typeface="Poppins Light"/>
            </a:endParaRPr>
          </a:p>
          <a:p>
            <a:pPr lvl="3" marL="1728000" indent="-216000">
              <a:lnSpc>
                <a:spcPct val="14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000" spc="-1" strike="noStrike">
                <a:solidFill>
                  <a:schemeClr val="dk1"/>
                </a:solidFill>
                <a:latin typeface="Poppins Light"/>
              </a:rPr>
              <a:t>Fourth Outline Level</a:t>
            </a:r>
            <a:endParaRPr b="0" lang="en-US" sz="1000" spc="-1" strike="noStrike">
              <a:solidFill>
                <a:schemeClr val="dk1"/>
              </a:solidFill>
              <a:latin typeface="Poppins Light"/>
            </a:endParaRPr>
          </a:p>
          <a:p>
            <a:pPr lvl="4" marL="2160000" indent="-216000">
              <a:lnSpc>
                <a:spcPct val="14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Poppins Light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Poppins Light"/>
            </a:endParaRPr>
          </a:p>
          <a:p>
            <a:pPr lvl="5" marL="2592000" indent="-216000">
              <a:lnSpc>
                <a:spcPct val="14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Poppins Light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Poppins Light"/>
            </a:endParaRPr>
          </a:p>
          <a:p>
            <a:pPr lvl="6" marL="3024000" indent="-216000">
              <a:lnSpc>
                <a:spcPct val="14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Poppins Light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Poppins Light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53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47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29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1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slideLayout" Target="../slideLayouts/slideLayout1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slideLayout" Target="../slideLayouts/slideLayout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image" Target="../media/image28.png"/><Relationship Id="rId3" Type="http://schemas.openxmlformats.org/officeDocument/2006/relationships/slideLayout" Target="../slideLayouts/slideLayout28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hyperlink" Target="https://flexspan.blogspot.com/2018/03/gdpr-och-skolan.html" TargetMode="External"/><Relationship Id="rId3" Type="http://schemas.openxmlformats.org/officeDocument/2006/relationships/hyperlink" Target="https://creativecommons.org/licenses/by-sa/3.0/" TargetMode="External"/><Relationship Id="rId4" Type="http://schemas.openxmlformats.org/officeDocument/2006/relationships/slideLayout" Target="../slideLayouts/slideLayout2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PlaceHolder 1"/>
          <p:cNvSpPr>
            <a:spLocks noGrp="1"/>
          </p:cNvSpPr>
          <p:nvPr>
            <p:ph type="title"/>
          </p:nvPr>
        </p:nvSpPr>
        <p:spPr>
          <a:xfrm>
            <a:off x="1930680" y="2695680"/>
            <a:ext cx="8686440" cy="267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80000"/>
              </a:lnSpc>
              <a:buNone/>
            </a:pPr>
            <a:r>
              <a:rPr b="0" lang="en-GB" sz="6600" spc="49" strike="noStrike" cap="all">
                <a:solidFill>
                  <a:schemeClr val="dk1"/>
                </a:solidFill>
                <a:latin typeface="Lora"/>
              </a:rPr>
              <a:t>U-Vote</a:t>
            </a:r>
            <a:br>
              <a:rPr sz="6600"/>
            </a:br>
            <a:r>
              <a:rPr b="0" lang="en-GB" sz="6600" spc="49" strike="noStrike" cap="all">
                <a:solidFill>
                  <a:schemeClr val="dk1"/>
                </a:solidFill>
                <a:latin typeface="Lora"/>
              </a:rPr>
              <a:t>Secure Online Voting System</a:t>
            </a:r>
            <a:endParaRPr b="0" lang="en-US" sz="6600" spc="-1" strike="noStrike">
              <a:solidFill>
                <a:schemeClr val="dk1"/>
              </a:solidFill>
              <a:latin typeface="Poppins Light"/>
            </a:endParaRPr>
          </a:p>
        </p:txBody>
      </p:sp>
      <p:sp>
        <p:nvSpPr>
          <p:cNvPr id="347" name="PlaceHolder 2"/>
          <p:cNvSpPr>
            <a:spLocks noGrp="1"/>
          </p:cNvSpPr>
          <p:nvPr>
            <p:ph/>
          </p:nvPr>
        </p:nvSpPr>
        <p:spPr>
          <a:xfrm>
            <a:off x="1574640" y="2147760"/>
            <a:ext cx="6245280" cy="54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3198"/>
          </a:bodyPr>
          <a:p>
            <a:pPr indent="0" defTabSz="914400">
              <a:lnSpc>
                <a:spcPct val="14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1"/>
                </a:solidFill>
                <a:latin typeface="Poppins Light"/>
              </a:rPr>
              <a:t>Presented by Luke Doyle (D00255656) &amp; Hafsa Moin (D00256764)</a:t>
            </a:r>
            <a:endParaRPr b="0" lang="en-US" sz="1600" spc="-1" strike="noStrike">
              <a:solidFill>
                <a:schemeClr val="dk1"/>
              </a:solidFill>
              <a:latin typeface="Poppins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PlaceHolder 1"/>
          <p:cNvSpPr>
            <a:spLocks noGrp="1"/>
          </p:cNvSpPr>
          <p:nvPr>
            <p:ph type="title"/>
          </p:nvPr>
        </p:nvSpPr>
        <p:spPr>
          <a:xfrm>
            <a:off x="612720" y="553680"/>
            <a:ext cx="2111040" cy="87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80000"/>
              </a:lnSpc>
              <a:buNone/>
            </a:pPr>
            <a:r>
              <a:rPr b="0" lang="en-US" sz="2800" spc="49" strike="noStrike" cap="all">
                <a:solidFill>
                  <a:schemeClr val="dk1"/>
                </a:solidFill>
                <a:latin typeface="Lora"/>
              </a:rPr>
              <a:t>What is</a:t>
            </a:r>
            <a:br>
              <a:rPr sz="2800"/>
            </a:br>
            <a:r>
              <a:rPr b="0" lang="en-US" sz="2800" spc="49" strike="noStrike" cap="all">
                <a:solidFill>
                  <a:schemeClr val="dk1"/>
                </a:solidFill>
                <a:latin typeface="Lora"/>
              </a:rPr>
              <a:t>U-Vote?</a:t>
            </a:r>
            <a:endParaRPr b="0" lang="en-US" sz="2800" spc="-1" strike="noStrike">
              <a:solidFill>
                <a:schemeClr val="dk1"/>
              </a:solidFill>
              <a:latin typeface="Poppins Light"/>
            </a:endParaRPr>
          </a:p>
        </p:txBody>
      </p:sp>
      <p:sp>
        <p:nvSpPr>
          <p:cNvPr id="349" name="PlaceHolder 2"/>
          <p:cNvSpPr>
            <a:spLocks noGrp="1"/>
          </p:cNvSpPr>
          <p:nvPr>
            <p:ph/>
          </p:nvPr>
        </p:nvSpPr>
        <p:spPr>
          <a:xfrm>
            <a:off x="612720" y="1520640"/>
            <a:ext cx="5483160" cy="478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7576" lnSpcReduction="10000"/>
          </a:bodyPr>
          <a:p>
            <a:pPr indent="0" defTabSz="914400">
              <a:lnSpc>
                <a:spcPct val="13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GB" sz="1400" spc="-1" strike="noStrike">
                <a:solidFill>
                  <a:schemeClr val="dk1"/>
                </a:solidFill>
                <a:latin typeface="Poppins Light"/>
              </a:rPr>
              <a:t>A microservices-based election platform built for small-scale organisations. Designed for verifiability, anonymity, and auditability.</a:t>
            </a:r>
            <a:endParaRPr b="0" lang="en-US" sz="1400" spc="-1" strike="noStrike">
              <a:solidFill>
                <a:schemeClr val="dk1"/>
              </a:solidFill>
              <a:latin typeface="Poppins Light"/>
            </a:endParaRPr>
          </a:p>
          <a:p>
            <a:pPr indent="0" defTabSz="914400">
              <a:lnSpc>
                <a:spcPct val="13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GB" sz="1700" spc="-1" strike="noStrike">
                <a:solidFill>
                  <a:schemeClr val="dk1"/>
                </a:solidFill>
                <a:latin typeface="Poppins Light"/>
              </a:rPr>
              <a:t>6 Services: </a:t>
            </a:r>
            <a:endParaRPr b="0" lang="en-US" sz="1700" spc="-1" strike="noStrike">
              <a:solidFill>
                <a:schemeClr val="dk1"/>
              </a:solidFill>
              <a:latin typeface="Poppins Light"/>
            </a:endParaRPr>
          </a:p>
          <a:p>
            <a:pPr indent="0" defTabSz="914400">
              <a:lnSpc>
                <a:spcPct val="13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i="1" lang="en-GB" sz="1400" spc="-1" strike="noStrike">
                <a:solidFill>
                  <a:schemeClr val="dk1"/>
                </a:solidFill>
                <a:latin typeface="Poppins Light"/>
              </a:rPr>
              <a:t>auth-service:</a:t>
            </a:r>
            <a:r>
              <a:rPr b="0" lang="en-GB" sz="1400" spc="-1" strike="noStrike">
                <a:solidFill>
                  <a:schemeClr val="dk1"/>
                </a:solidFill>
                <a:latin typeface="Poppins Light"/>
              </a:rPr>
              <a:t> JWT authentication, MFA (phone OTP), blind ballot issuance </a:t>
            </a:r>
            <a:endParaRPr b="0" lang="en-US" sz="1400" spc="-1" strike="noStrike">
              <a:solidFill>
                <a:schemeClr val="dk1"/>
              </a:solidFill>
              <a:latin typeface="Poppins Light"/>
            </a:endParaRPr>
          </a:p>
          <a:p>
            <a:pPr indent="0" defTabSz="914400">
              <a:lnSpc>
                <a:spcPct val="13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i="1" lang="en-GB" sz="1400" spc="-1" strike="noStrike">
                <a:solidFill>
                  <a:schemeClr val="dk1"/>
                </a:solidFill>
                <a:latin typeface="Poppins Light"/>
              </a:rPr>
              <a:t>election-service: </a:t>
            </a:r>
            <a:r>
              <a:rPr b="0" lang="en-GB" sz="1400" spc="-1" strike="noStrike">
                <a:solidFill>
                  <a:schemeClr val="dk1"/>
                </a:solidFill>
                <a:latin typeface="Poppins Light"/>
              </a:rPr>
              <a:t>Election lifecycle, scheduled open/close, voter management </a:t>
            </a:r>
            <a:endParaRPr b="0" lang="en-US" sz="1400" spc="-1" strike="noStrike">
              <a:solidFill>
                <a:schemeClr val="dk1"/>
              </a:solidFill>
              <a:latin typeface="Poppins Light"/>
            </a:endParaRPr>
          </a:p>
          <a:p>
            <a:pPr indent="0" defTabSz="914400">
              <a:lnSpc>
                <a:spcPct val="13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i="1" lang="en-GB" sz="1400" spc="-1" strike="noStrike">
                <a:solidFill>
                  <a:schemeClr val="dk1"/>
                </a:solidFill>
                <a:latin typeface="Poppins Light"/>
              </a:rPr>
              <a:t>voting-service: </a:t>
            </a:r>
            <a:r>
              <a:rPr b="0" lang="en-GB" sz="1400" spc="-1" strike="noStrike">
                <a:solidFill>
                  <a:schemeClr val="dk1"/>
                </a:solidFill>
                <a:latin typeface="Poppins Light"/>
              </a:rPr>
              <a:t>Voter-facing ballot submission, receipt verification </a:t>
            </a:r>
            <a:endParaRPr b="0" lang="en-US" sz="1400" spc="-1" strike="noStrike">
              <a:solidFill>
                <a:schemeClr val="dk1"/>
              </a:solidFill>
              <a:latin typeface="Poppins Light"/>
            </a:endParaRPr>
          </a:p>
          <a:p>
            <a:pPr indent="0" defTabSz="914400">
              <a:lnSpc>
                <a:spcPct val="13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i="1" lang="en-GB" sz="1400" spc="-1" strike="noStrike">
                <a:solidFill>
                  <a:schemeClr val="dk1"/>
                </a:solidFill>
                <a:latin typeface="Poppins Light"/>
              </a:rPr>
              <a:t>results-service: </a:t>
            </a:r>
            <a:r>
              <a:rPr b="0" lang="en-GB" sz="1400" spc="-1" strike="noStrike">
                <a:solidFill>
                  <a:schemeClr val="dk1"/>
                </a:solidFill>
                <a:latin typeface="Poppins Light"/>
              </a:rPr>
              <a:t>Vote tallying, winner calculation, audit log </a:t>
            </a:r>
            <a:endParaRPr b="0" lang="en-US" sz="1400" spc="-1" strike="noStrike">
              <a:solidFill>
                <a:schemeClr val="dk1"/>
              </a:solidFill>
              <a:latin typeface="Poppins Light"/>
            </a:endParaRPr>
          </a:p>
          <a:p>
            <a:pPr indent="0" defTabSz="914400">
              <a:lnSpc>
                <a:spcPct val="13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i="1" lang="en-GB" sz="1400" spc="-1" strike="noStrike">
                <a:solidFill>
                  <a:schemeClr val="dk1"/>
                </a:solidFill>
                <a:latin typeface="Poppins Light"/>
              </a:rPr>
              <a:t>admin-service: </a:t>
            </a:r>
            <a:r>
              <a:rPr b="0" lang="en-GB" sz="1400" spc="-1" strike="noStrike">
                <a:solidFill>
                  <a:schemeClr val="dk1"/>
                </a:solidFill>
                <a:latin typeface="Poppins Light"/>
              </a:rPr>
              <a:t>Voter CSV import, token generation, GDPR erasure </a:t>
            </a:r>
            <a:endParaRPr b="0" lang="en-US" sz="1400" spc="-1" strike="noStrike">
              <a:solidFill>
                <a:schemeClr val="dk1"/>
              </a:solidFill>
              <a:latin typeface="Poppins Light"/>
            </a:endParaRPr>
          </a:p>
          <a:p>
            <a:pPr indent="0" defTabSz="914400">
              <a:lnSpc>
                <a:spcPct val="13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i="1" lang="en-GB" sz="1400" spc="-1" strike="noStrike">
                <a:solidFill>
                  <a:schemeClr val="dk1"/>
                </a:solidFill>
                <a:latin typeface="Poppins Light"/>
              </a:rPr>
              <a:t>frontend-service: </a:t>
            </a:r>
            <a:r>
              <a:rPr b="0" lang="en-GB" sz="1400" spc="-1" strike="noStrike">
                <a:solidFill>
                  <a:schemeClr val="dk1"/>
                </a:solidFill>
                <a:latin typeface="Poppins Light"/>
              </a:rPr>
              <a:t>Organiser dashboard and election management UI</a:t>
            </a:r>
            <a:endParaRPr b="0" lang="en-US" sz="1400" spc="-1" strike="noStrike">
              <a:solidFill>
                <a:schemeClr val="dk1"/>
              </a:solidFill>
              <a:latin typeface="Poppins Light"/>
            </a:endParaRPr>
          </a:p>
        </p:txBody>
      </p:sp>
      <p:pic>
        <p:nvPicPr>
          <p:cNvPr id="350" name="Picture 9" descr=""/>
          <p:cNvPicPr/>
          <p:nvPr/>
        </p:nvPicPr>
        <p:blipFill>
          <a:blip r:embed="rId1"/>
          <a:srcRect l="60931" t="13228" r="3288" b="12220"/>
          <a:stretch/>
        </p:blipFill>
        <p:spPr>
          <a:xfrm>
            <a:off x="6669720" y="468000"/>
            <a:ext cx="4909320" cy="5754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PlaceHolder 1"/>
          <p:cNvSpPr>
            <a:spLocks noGrp="1"/>
          </p:cNvSpPr>
          <p:nvPr>
            <p:ph type="title"/>
          </p:nvPr>
        </p:nvSpPr>
        <p:spPr>
          <a:xfrm>
            <a:off x="2270160" y="990720"/>
            <a:ext cx="9145080" cy="363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80000"/>
              </a:lnSpc>
              <a:buNone/>
            </a:pPr>
            <a:r>
              <a:rPr b="0" lang="en-US" sz="6500" spc="49" strike="noStrike" cap="all">
                <a:solidFill>
                  <a:schemeClr val="lt1"/>
                </a:solidFill>
                <a:latin typeface="Lora"/>
              </a:rPr>
              <a:t>Continuous Integration Pipeline</a:t>
            </a:r>
            <a:endParaRPr b="0" lang="en-US" sz="6500" spc="-1" strike="noStrike">
              <a:solidFill>
                <a:schemeClr val="dk1"/>
              </a:solidFill>
              <a:latin typeface="Poppins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PlaceHolder 1"/>
          <p:cNvSpPr>
            <a:spLocks noGrp="1"/>
          </p:cNvSpPr>
          <p:nvPr>
            <p:ph type="title"/>
          </p:nvPr>
        </p:nvSpPr>
        <p:spPr>
          <a:xfrm>
            <a:off x="614520" y="531000"/>
            <a:ext cx="3657240" cy="145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80000"/>
              </a:lnSpc>
              <a:buNone/>
            </a:pPr>
            <a:r>
              <a:rPr b="0" lang="en-US" sz="3200" spc="49" strike="noStrike" cap="all">
                <a:solidFill>
                  <a:schemeClr val="dk1"/>
                </a:solidFill>
                <a:latin typeface="Lora"/>
              </a:rPr>
              <a:t>GitHub Actions</a:t>
            </a:r>
            <a:endParaRPr b="0" lang="en-US" sz="3200" spc="-1" strike="noStrike">
              <a:solidFill>
                <a:schemeClr val="dk1"/>
              </a:solidFill>
              <a:latin typeface="Poppins Light"/>
            </a:endParaRPr>
          </a:p>
        </p:txBody>
      </p:sp>
      <p:sp>
        <p:nvSpPr>
          <p:cNvPr id="353" name="Picture 11"/>
          <p:cNvSpPr/>
          <p:nvPr/>
        </p:nvSpPr>
        <p:spPr>
          <a:xfrm>
            <a:off x="694440" y="2521440"/>
            <a:ext cx="3571920" cy="3571920"/>
          </a:xfrm>
          <a:custGeom>
            <a:avLst/>
            <a:gdLst>
              <a:gd name="textAreaLeft" fmla="*/ 0 w 3571920"/>
              <a:gd name="textAreaRight" fmla="*/ 3572280 w 3571920"/>
              <a:gd name="textAreaTop" fmla="*/ 0 h 3571920"/>
              <a:gd name="textAreaBottom" fmla="*/ 3572280 h 3571920"/>
            </a:gdLst>
            <a:ahLst/>
            <a:rect l="textAreaLeft" t="textAreaTop" r="textAreaRight" b="textAreaBottom"/>
            <a:pathLst>
              <a:path w="3572426" h="3572426">
                <a:moveTo>
                  <a:pt x="1786213" y="0"/>
                </a:moveTo>
                <a:cubicBezTo>
                  <a:pt x="2772711" y="0"/>
                  <a:pt x="3572426" y="799715"/>
                  <a:pt x="3572426" y="1786213"/>
                </a:cubicBezTo>
                <a:cubicBezTo>
                  <a:pt x="3572426" y="2772711"/>
                  <a:pt x="2772711" y="3572426"/>
                  <a:pt x="1786213" y="3572426"/>
                </a:cubicBezTo>
                <a:cubicBezTo>
                  <a:pt x="799715" y="3572426"/>
                  <a:pt x="0" y="2772711"/>
                  <a:pt x="0" y="1786213"/>
                </a:cubicBezTo>
                <a:cubicBezTo>
                  <a:pt x="0" y="799715"/>
                  <a:pt x="799715" y="0"/>
                  <a:pt x="1786213" y="0"/>
                </a:cubicBez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E" sz="18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354" name="Content Placeholder 14"/>
          <p:cNvGraphicFramePr/>
          <p:nvPr/>
        </p:nvGraphicFramePr>
        <p:xfrm>
          <a:off x="4543560" y="531000"/>
          <a:ext cx="7448040" cy="5745600"/>
        </p:xfrm>
        <a:graphic>
          <a:graphicData uri="http://schemas.openxmlformats.org/drawingml/2006/table">
            <a:tbl>
              <a:tblPr/>
              <a:tblGrid>
                <a:gridCol w="788760"/>
                <a:gridCol w="1726200"/>
                <a:gridCol w="4933080"/>
              </a:tblGrid>
              <a:tr h="366480">
                <a:tc>
                  <a:txBody>
                    <a:bodyPr lIns="70200" rIns="70200" tIns="34920" bIns="349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400" spc="-1" strike="noStrike">
                          <a:solidFill>
                            <a:schemeClr val="dk1"/>
                          </a:solidFill>
                          <a:latin typeface="Poppins Light"/>
                        </a:rPr>
                        <a:t>Job 1</a:t>
                      </a:r>
                      <a:endParaRPr b="0" lang="en-IE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70200" marR="702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0200" rIns="70200" tIns="34920" bIns="349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400" spc="-1" strike="noStrike">
                          <a:solidFill>
                            <a:schemeClr val="dk1"/>
                          </a:solidFill>
                          <a:latin typeface="Poppins Light"/>
                        </a:rPr>
                        <a:t>Lint</a:t>
                      </a:r>
                      <a:endParaRPr b="0" lang="en-IE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70200" marR="702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0200" rIns="70200" tIns="34920" bIns="349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400" spc="-1" strike="noStrike">
                          <a:solidFill>
                            <a:schemeClr val="dk1"/>
                          </a:solidFill>
                          <a:latin typeface="Poppins Light"/>
                        </a:rPr>
                        <a:t>ruff check across all Python source files</a:t>
                      </a:r>
                      <a:endParaRPr b="0" lang="en-IE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70200" marR="702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100160">
                <a:tc>
                  <a:txBody>
                    <a:bodyPr lIns="70200" rIns="70200" tIns="34920" bIns="349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400" spc="-1" strike="noStrike">
                          <a:solidFill>
                            <a:schemeClr val="dk1"/>
                          </a:solidFill>
                          <a:latin typeface="Poppins Light"/>
                        </a:rPr>
                        <a:t>Job 2</a:t>
                      </a:r>
                      <a:endParaRPr b="0" lang="en-IE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70200" marR="702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0200" rIns="70200" tIns="34920" bIns="349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400" spc="-1" strike="noStrike" u="sng">
                          <a:solidFill>
                            <a:schemeClr val="dk1"/>
                          </a:solidFill>
                          <a:uFillTx/>
                          <a:latin typeface="Poppins Light"/>
                        </a:rPr>
                        <a:t>Unit Tests</a:t>
                      </a:r>
                      <a:endParaRPr b="0" lang="en-IE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70200" marR="702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0200" rIns="70200" tIns="34920" bIns="349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400" spc="-1" strike="noStrike">
                          <a:solidFill>
                            <a:schemeClr val="dk1"/>
                          </a:solidFill>
                          <a:latin typeface="Poppins Light"/>
                        </a:rPr>
                        <a:t>pytest matrix: 6 services in parallel </a:t>
                      </a:r>
                      <a:endParaRPr b="0" lang="en-IE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285840" indent="-285840" defTabSz="9144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en-GB" sz="1400" spc="-1" strike="noStrike">
                          <a:solidFill>
                            <a:schemeClr val="dk1"/>
                          </a:solidFill>
                          <a:latin typeface="Poppins Light"/>
                        </a:rPr>
                        <a:t>121 tests · JUnit XML artifacts uploaded per service </a:t>
                      </a:r>
                      <a:endParaRPr b="0" lang="en-IE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285840" indent="-285840" defTabSz="9144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en-GB" sz="1400" spc="-1" strike="noStrike">
                          <a:solidFill>
                            <a:schemeClr val="dk1"/>
                          </a:solidFill>
                          <a:latin typeface="Poppins Light"/>
                        </a:rPr>
                        <a:t>fail-fast: false (all services tested even if one</a:t>
                      </a:r>
                      <a:endParaRPr b="0" lang="en-IE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70200" marR="702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66480">
                <a:tc>
                  <a:txBody>
                    <a:bodyPr lIns="70200" rIns="70200" tIns="34920" bIns="349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400" spc="-1" strike="noStrike">
                          <a:solidFill>
                            <a:schemeClr val="dk1"/>
                          </a:solidFill>
                          <a:latin typeface="Poppins Light"/>
                        </a:rPr>
                        <a:t>Job 3</a:t>
                      </a:r>
                      <a:endParaRPr b="0" lang="en-IE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70200" marR="702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0200" rIns="70200" tIns="34920" bIns="349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400" spc="-1" strike="noStrike">
                          <a:solidFill>
                            <a:schemeClr val="dk1"/>
                          </a:solidFill>
                          <a:latin typeface="Poppins Light"/>
                        </a:rPr>
                        <a:t>Shared tests</a:t>
                      </a:r>
                      <a:endParaRPr b="0" lang="en-IE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70200" marR="702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0200" rIns="70200" tIns="34920" bIns="349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400" spc="-1" strike="noStrike">
                          <a:solidFill>
                            <a:schemeClr val="dk1"/>
                          </a:solidFill>
                          <a:latin typeface="Poppins Light"/>
                        </a:rPr>
                        <a:t>tests/test_shared.py &amp; tests/test_logging_config.py</a:t>
                      </a:r>
                      <a:endParaRPr b="0" lang="en-IE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70200" marR="702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344600">
                <a:tc>
                  <a:txBody>
                    <a:bodyPr lIns="70200" rIns="70200" tIns="34920" bIns="349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400" spc="-1" strike="noStrike">
                          <a:solidFill>
                            <a:schemeClr val="dk1"/>
                          </a:solidFill>
                          <a:latin typeface="Poppins Light"/>
                        </a:rPr>
                        <a:t>Job 4</a:t>
                      </a:r>
                      <a:endParaRPr b="0" lang="en-IE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70200" marR="702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0200" rIns="70200" tIns="34920" bIns="349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400" spc="-1" strike="noStrike">
                          <a:solidFill>
                            <a:schemeClr val="dk1"/>
                          </a:solidFill>
                          <a:latin typeface="Poppins Light"/>
                        </a:rPr>
                        <a:t>Integration Tests</a:t>
                      </a:r>
                      <a:endParaRPr b="0" lang="en-IE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70200" marR="702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0200" rIns="70200" tIns="34920" bIns="349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400" spc="-1" strike="noStrike">
                          <a:solidFill>
                            <a:schemeClr val="dk1"/>
                          </a:solidFill>
                          <a:latin typeface="Poppins Light"/>
                        </a:rPr>
                        <a:t>Docker Compose full stack spin-up NGINX gateway on port 80 HTTP flows: </a:t>
                      </a:r>
                      <a:br>
                        <a:rPr sz="1400"/>
                      </a:br>
                      <a:r>
                        <a:rPr b="0" lang="en-GB" sz="1400" spc="-1" strike="noStrike">
                          <a:solidFill>
                            <a:schemeClr val="dk1"/>
                          </a:solidFill>
                          <a:latin typeface="Poppins Light"/>
                        </a:rPr>
                        <a:t>register --&gt; login --&gt; dashboard </a:t>
                      </a:r>
                      <a:endParaRPr b="0" lang="en-IE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285840" indent="-285840" defTabSz="9144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en-GB" sz="1400" spc="-1" strike="noStrike">
                          <a:solidFill>
                            <a:schemeClr val="dk1"/>
                          </a:solidFill>
                          <a:latin typeface="Poppins Light"/>
                        </a:rPr>
                        <a:t>Tears down with docker compose down -v on completion</a:t>
                      </a:r>
                      <a:endParaRPr b="0" lang="en-IE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70200" marR="702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10920">
                <a:tc>
                  <a:txBody>
                    <a:bodyPr lIns="70200" rIns="70200" tIns="34920" bIns="349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400" spc="-1" strike="noStrike">
                          <a:solidFill>
                            <a:schemeClr val="dk1"/>
                          </a:solidFill>
                          <a:latin typeface="Poppins Light"/>
                        </a:rPr>
                        <a:t>Job 5</a:t>
                      </a:r>
                      <a:endParaRPr b="0" lang="en-IE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70200" marR="702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0200" rIns="70200" tIns="34920" bIns="349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400" spc="-1" strike="noStrike">
                          <a:solidFill>
                            <a:schemeClr val="dk1"/>
                          </a:solidFill>
                          <a:latin typeface="Poppins Light"/>
                        </a:rPr>
                        <a:t>Docker Build</a:t>
                      </a:r>
                      <a:endParaRPr b="0" lang="en-IE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70200" marR="702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0200" rIns="70200" tIns="34920" bIns="34920" anchor="t">
                      <a:noAutofit/>
                    </a:bodyPr>
                    <a:p>
                      <a:pPr marL="285840" indent="-285840" defTabSz="9144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en-GB" sz="1400" spc="-1" strike="noStrike">
                          <a:solidFill>
                            <a:schemeClr val="dk1"/>
                          </a:solidFill>
                          <a:latin typeface="Poppins Light"/>
                        </a:rPr>
                        <a:t>docker compose build </a:t>
                      </a:r>
                      <a:endParaRPr b="0" lang="en-IE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285840" indent="-285840" defTabSz="9144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en-GB" sz="1400" spc="-1" strike="noStrike">
                          <a:solidFill>
                            <a:schemeClr val="dk1"/>
                          </a:solidFill>
                          <a:latin typeface="Poppins Light"/>
                        </a:rPr>
                        <a:t>Verifies all 6 Dockerfiles build cleanly</a:t>
                      </a:r>
                      <a:endParaRPr b="0" lang="en-IE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70200" marR="702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855720">
                <a:tc>
                  <a:txBody>
                    <a:bodyPr lIns="70200" rIns="70200" tIns="34920" bIns="349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400" spc="-1" strike="noStrike">
                          <a:solidFill>
                            <a:schemeClr val="dk1"/>
                          </a:solidFill>
                          <a:latin typeface="Poppins Light"/>
                        </a:rPr>
                        <a:t>Job 6</a:t>
                      </a:r>
                      <a:endParaRPr b="0" lang="en-IE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70200" marR="702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0200" rIns="70200" tIns="34920" bIns="349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400" spc="-1" strike="noStrike">
                          <a:solidFill>
                            <a:schemeClr val="dk1"/>
                          </a:solidFill>
                          <a:latin typeface="Poppins Light"/>
                        </a:rPr>
                        <a:t>Trivy CVE Scan</a:t>
                      </a:r>
                      <a:endParaRPr b="0" lang="en-IE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70200" marR="702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0200" rIns="70200" tIns="34920" bIns="349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400" spc="-1" strike="noStrike">
                          <a:solidFill>
                            <a:schemeClr val="dk1"/>
                          </a:solidFill>
                          <a:latin typeface="Poppins Light"/>
                        </a:rPr>
                        <a:t>Matrix scan:all 6 images </a:t>
                      </a:r>
                      <a:endParaRPr b="0" lang="en-IE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285840" indent="-285840" defTabSz="9144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en-GB" sz="1400" spc="-1" strike="noStrike">
                          <a:solidFill>
                            <a:schemeClr val="dk1"/>
                          </a:solidFill>
                          <a:latin typeface="Poppins Light"/>
                        </a:rPr>
                        <a:t>CRITICAL and HIGH severity CVEs </a:t>
                      </a:r>
                      <a:endParaRPr b="0" lang="en-IE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285840" indent="-285840" defTabSz="9144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en-GB" sz="1400" spc="-1" strike="noStrike">
                          <a:solidFill>
                            <a:schemeClr val="dk1"/>
                          </a:solidFill>
                          <a:latin typeface="Poppins Light"/>
                        </a:rPr>
                        <a:t>SARIF uploaded to GitHub Security tab</a:t>
                      </a:r>
                      <a:endParaRPr b="0" lang="en-IE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70200" marR="702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100160">
                <a:tc>
                  <a:txBody>
                    <a:bodyPr lIns="70200" rIns="70200" tIns="34920" bIns="349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400" spc="-1" strike="noStrike">
                          <a:solidFill>
                            <a:schemeClr val="dk1"/>
                          </a:solidFill>
                          <a:latin typeface="Poppins Light"/>
                        </a:rPr>
                        <a:t>Job 7</a:t>
                      </a:r>
                      <a:endParaRPr b="0" lang="en-IE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70200" marR="702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0200" rIns="70200" tIns="34920" bIns="349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400" spc="-1" strike="noStrike">
                          <a:solidFill>
                            <a:schemeClr val="dk1"/>
                          </a:solidFill>
                          <a:latin typeface="Poppins Light"/>
                        </a:rPr>
                        <a:t>Trivy FS Scan</a:t>
                      </a:r>
                      <a:endParaRPr b="0" lang="en-IE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70200" marR="702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0200" rIns="70200" tIns="34920" bIns="3492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GB" sz="1400" spc="-1" strike="noStrike">
                          <a:solidFill>
                            <a:schemeClr val="dk1"/>
                          </a:solidFill>
                          <a:latin typeface="Poppins Light"/>
                        </a:rPr>
                        <a:t>Scans source code for: </a:t>
                      </a:r>
                      <a:endParaRPr b="0" lang="en-IE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285840" indent="-285840" defTabSz="9144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en-GB" sz="1400" spc="-1" strike="noStrike">
                          <a:solidFill>
                            <a:schemeClr val="dk1"/>
                          </a:solidFill>
                          <a:latin typeface="Poppins Light"/>
                        </a:rPr>
                        <a:t>Hardcoded secrets </a:t>
                      </a:r>
                      <a:endParaRPr b="0" lang="en-IE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285840" indent="-285840" defTabSz="9144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en-GB" sz="1400" spc="-1" strike="noStrike">
                          <a:solidFill>
                            <a:schemeClr val="dk1"/>
                          </a:solidFill>
                          <a:latin typeface="Poppins Light"/>
                        </a:rPr>
                        <a:t>Exposed credentials</a:t>
                      </a:r>
                      <a:endParaRPr b="0" lang="en-IE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285840" indent="-285840" defTabSz="9144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b="0" lang="en-GB" sz="1400" spc="-1" strike="noStrike">
                          <a:solidFill>
                            <a:schemeClr val="dk1"/>
                          </a:solidFill>
                          <a:latin typeface="Poppins Light"/>
                        </a:rPr>
                        <a:t>Infrastructure misconfigurations</a:t>
                      </a:r>
                      <a:endParaRPr b="0" lang="en-IE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70200" marR="702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PlaceHolder 1"/>
          <p:cNvSpPr>
            <a:spLocks noGrp="1"/>
          </p:cNvSpPr>
          <p:nvPr>
            <p:ph type="title"/>
          </p:nvPr>
        </p:nvSpPr>
        <p:spPr>
          <a:xfrm>
            <a:off x="1450440" y="990720"/>
            <a:ext cx="9145800" cy="3629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80000"/>
              </a:lnSpc>
              <a:buNone/>
            </a:pPr>
            <a:r>
              <a:rPr b="0" lang="de-DE" sz="6500" spc="49" strike="noStrike" cap="all">
                <a:solidFill>
                  <a:schemeClr val="lt1"/>
                </a:solidFill>
                <a:latin typeface="Lora"/>
              </a:rPr>
              <a:t>Kubernetes Platform</a:t>
            </a:r>
            <a:br>
              <a:rPr sz="6500"/>
            </a:br>
            <a:r>
              <a:rPr b="0" lang="de-DE" sz="6500" spc="49" strike="noStrike" cap="all">
                <a:solidFill>
                  <a:schemeClr val="lt1"/>
                </a:solidFill>
                <a:latin typeface="Lora"/>
              </a:rPr>
              <a:t>- Kind (Kubernetes IN Docker)</a:t>
            </a:r>
            <a:endParaRPr b="0" lang="en-US" sz="6500" spc="-1" strike="noStrike">
              <a:solidFill>
                <a:schemeClr val="dk1"/>
              </a:solidFill>
              <a:latin typeface="Poppins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PlaceHolder 1"/>
          <p:cNvSpPr>
            <a:spLocks noGrp="1"/>
          </p:cNvSpPr>
          <p:nvPr>
            <p:ph/>
          </p:nvPr>
        </p:nvSpPr>
        <p:spPr>
          <a:xfrm>
            <a:off x="5343480" y="1819440"/>
            <a:ext cx="6490080" cy="4495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4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GB" sz="1400" spc="-1" strike="noStrike">
                <a:solidFill>
                  <a:schemeClr val="dk1"/>
                </a:solidFill>
                <a:latin typeface="Poppins Light"/>
              </a:rPr>
              <a:t>Cluster Topology:  </a:t>
            </a:r>
            <a:endParaRPr b="0" lang="en-US" sz="1400" spc="-1" strike="noStrike">
              <a:solidFill>
                <a:schemeClr val="dk1"/>
              </a:solidFill>
              <a:latin typeface="Poppins Light"/>
            </a:endParaRPr>
          </a:p>
          <a:p>
            <a:pPr marL="228600" indent="-228600" defTabSz="914400">
              <a:lnSpc>
                <a:spcPct val="11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GB" sz="1400" spc="-1" strike="noStrike">
                <a:solidFill>
                  <a:schemeClr val="dk1"/>
                </a:solidFill>
                <a:latin typeface="Poppins Light"/>
              </a:rPr>
              <a:t>1 control-plane node  </a:t>
            </a:r>
            <a:endParaRPr b="0" lang="en-US" sz="1400" spc="-1" strike="noStrike">
              <a:solidFill>
                <a:schemeClr val="dk1"/>
              </a:solidFill>
              <a:latin typeface="Poppins Light"/>
            </a:endParaRPr>
          </a:p>
          <a:p>
            <a:pPr marL="228600" indent="-228600" defTabSz="914400">
              <a:lnSpc>
                <a:spcPct val="11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GB" sz="1400" spc="-1" strike="noStrike">
                <a:solidFill>
                  <a:schemeClr val="dk1"/>
                </a:solidFill>
                <a:latin typeface="Poppins Light"/>
              </a:rPr>
              <a:t>2 worker nodes  </a:t>
            </a:r>
            <a:endParaRPr b="0" lang="en-US" sz="1400" spc="-1" strike="noStrike">
              <a:solidFill>
                <a:schemeClr val="dk1"/>
              </a:solidFill>
              <a:latin typeface="Poppins Light"/>
            </a:endParaRPr>
          </a:p>
          <a:p>
            <a:pPr marL="228600" indent="-228600" defTabSz="914400">
              <a:lnSpc>
                <a:spcPct val="11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GB" sz="1400" spc="-1" strike="noStrike">
                <a:solidFill>
                  <a:schemeClr val="dk1"/>
                </a:solidFill>
                <a:latin typeface="Poppins Light"/>
              </a:rPr>
              <a:t>Pod subnet: 192.168.0.0/16 (Calico)</a:t>
            </a:r>
            <a:endParaRPr b="0" lang="en-US" sz="1400" spc="-1" strike="noStrike">
              <a:solidFill>
                <a:schemeClr val="dk1"/>
              </a:solidFill>
              <a:latin typeface="Poppins Light"/>
            </a:endParaRPr>
          </a:p>
          <a:p>
            <a:pPr indent="0" defTabSz="914400">
              <a:lnSpc>
                <a:spcPct val="14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GB" sz="1400" spc="-1" strike="noStrike">
                <a:solidFill>
                  <a:schemeClr val="dk1"/>
                </a:solidFill>
                <a:latin typeface="Poppins Light"/>
              </a:rPr>
              <a:t>Namespaces:  </a:t>
            </a:r>
            <a:endParaRPr b="0" lang="en-US" sz="1400" spc="-1" strike="noStrike">
              <a:solidFill>
                <a:schemeClr val="dk1"/>
              </a:solidFill>
              <a:latin typeface="Poppins Light"/>
            </a:endParaRPr>
          </a:p>
          <a:p>
            <a:pPr marL="228600" indent="-228600" defTabSz="914400">
              <a:lnSpc>
                <a:spcPct val="14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GB" sz="1400" spc="-1" strike="noStrike">
                <a:solidFill>
                  <a:schemeClr val="dk1"/>
                </a:solidFill>
                <a:latin typeface="Poppins Light"/>
              </a:rPr>
              <a:t>uvote-dev</a:t>
            </a:r>
            <a:r>
              <a:rPr b="0" lang="en-GB" sz="1400" spc="-1" strike="noStrike">
                <a:solidFill>
                  <a:schemeClr val="dk1"/>
                </a:solidFill>
                <a:latin typeface="Poppins Light"/>
              </a:rPr>
              <a:t>	</a:t>
            </a:r>
            <a:r>
              <a:rPr b="0" lang="en-GB" sz="1400" spc="-1" strike="noStrike">
                <a:solidFill>
                  <a:schemeClr val="dk1"/>
                </a:solidFill>
                <a:latin typeface="Poppins Light"/>
              </a:rPr>
              <a:t>Development and feature testing</a:t>
            </a:r>
            <a:r>
              <a:rPr b="0" lang="en-GB" sz="1400" spc="-1" strike="noStrike">
                <a:solidFill>
                  <a:schemeClr val="dk1"/>
                </a:solidFill>
                <a:latin typeface="Poppins Light"/>
              </a:rPr>
              <a:t>	</a:t>
            </a:r>
            <a:r>
              <a:rPr b="1" lang="en-GB" sz="1400" spc="-1" strike="noStrike">
                <a:solidFill>
                  <a:schemeClr val="accent3">
                    <a:lumMod val="50000"/>
                  </a:schemeClr>
                </a:solidFill>
                <a:latin typeface="Poppins Light"/>
              </a:rPr>
              <a:t>Active</a:t>
            </a:r>
            <a:r>
              <a:rPr b="0" lang="en-GB" sz="1400" spc="-1" strike="noStrike">
                <a:solidFill>
                  <a:schemeClr val="dk1"/>
                </a:solidFill>
                <a:latin typeface="Poppins Light"/>
              </a:rPr>
              <a:t>  </a:t>
            </a:r>
            <a:endParaRPr b="0" lang="en-US" sz="1400" spc="-1" strike="noStrike">
              <a:solidFill>
                <a:schemeClr val="dk1"/>
              </a:solidFill>
              <a:latin typeface="Poppins Light"/>
            </a:endParaRPr>
          </a:p>
          <a:p>
            <a:pPr marL="228600" indent="-228600" defTabSz="914400">
              <a:lnSpc>
                <a:spcPct val="14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GB" sz="1400" spc="-1" strike="noStrike">
                <a:solidFill>
                  <a:schemeClr val="dk1"/>
                </a:solidFill>
                <a:latin typeface="Poppins Light"/>
              </a:rPr>
              <a:t>uvote-test</a:t>
            </a:r>
            <a:r>
              <a:rPr b="0" lang="en-GB" sz="1400" spc="-1" strike="noStrike">
                <a:solidFill>
                  <a:schemeClr val="dk1"/>
                </a:solidFill>
                <a:latin typeface="Poppins Light"/>
              </a:rPr>
              <a:t>	</a:t>
            </a:r>
            <a:r>
              <a:rPr b="0" lang="en-GB" sz="1400" spc="-1" strike="noStrike">
                <a:solidFill>
                  <a:schemeClr val="dk1"/>
                </a:solidFill>
                <a:latin typeface="Poppins Light"/>
              </a:rPr>
              <a:t>Integration testing, mirrors prod</a:t>
            </a:r>
            <a:r>
              <a:rPr b="0" lang="en-GB" sz="1400" spc="-1" strike="noStrike">
                <a:solidFill>
                  <a:schemeClr val="dk1"/>
                </a:solidFill>
                <a:latin typeface="Poppins Light"/>
              </a:rPr>
              <a:t>	</a:t>
            </a:r>
            <a:r>
              <a:rPr b="1" lang="en-GB" sz="1400" spc="-1" strike="noStrike">
                <a:solidFill>
                  <a:schemeClr val="accent3">
                    <a:lumMod val="50000"/>
                  </a:schemeClr>
                </a:solidFill>
                <a:latin typeface="Poppins Light"/>
              </a:rPr>
              <a:t>Active </a:t>
            </a:r>
            <a:r>
              <a:rPr b="0" lang="en-GB" sz="1400" spc="-1" strike="noStrike">
                <a:solidFill>
                  <a:schemeClr val="dk1"/>
                </a:solidFill>
                <a:latin typeface="Poppins Light"/>
              </a:rPr>
              <a:t> </a:t>
            </a:r>
            <a:endParaRPr b="0" lang="en-US" sz="1400" spc="-1" strike="noStrike">
              <a:solidFill>
                <a:schemeClr val="dk1"/>
              </a:solidFill>
              <a:latin typeface="Poppins Light"/>
            </a:endParaRPr>
          </a:p>
          <a:p>
            <a:pPr marL="228600" indent="-228600" defTabSz="914400">
              <a:lnSpc>
                <a:spcPct val="14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GB" sz="1400" spc="-1" strike="noStrike">
                <a:solidFill>
                  <a:schemeClr val="dk1"/>
                </a:solidFill>
                <a:latin typeface="Poppins Light"/>
              </a:rPr>
              <a:t>uvote-prod</a:t>
            </a:r>
            <a:r>
              <a:rPr b="0" lang="en-GB" sz="1400" spc="-1" strike="noStrike">
                <a:solidFill>
                  <a:schemeClr val="dk1"/>
                </a:solidFill>
                <a:latin typeface="Poppins Light"/>
              </a:rPr>
              <a:t>	</a:t>
            </a:r>
            <a:r>
              <a:rPr b="0" lang="en-GB" sz="1400" spc="-1" strike="noStrike">
                <a:solidFill>
                  <a:schemeClr val="dk1"/>
                </a:solidFill>
                <a:latin typeface="Poppins Light"/>
              </a:rPr>
              <a:t>Production-grade deployment</a:t>
            </a:r>
            <a:r>
              <a:rPr b="0" lang="en-GB" sz="1400" spc="-1" strike="noStrike">
                <a:solidFill>
                  <a:schemeClr val="dk1"/>
                </a:solidFill>
                <a:latin typeface="Poppins Light"/>
              </a:rPr>
              <a:t>	</a:t>
            </a:r>
            <a:r>
              <a:rPr b="0" lang="en-GB" sz="1400" spc="-1" strike="noStrike">
                <a:solidFill>
                  <a:schemeClr val="dk1"/>
                </a:solidFill>
                <a:latin typeface="Poppins Light"/>
              </a:rPr>
              <a:t>	</a:t>
            </a:r>
            <a:r>
              <a:rPr b="1" lang="en-GB" sz="1400" spc="-1" strike="noStrike">
                <a:solidFill>
                  <a:schemeClr val="accent2">
                    <a:lumMod val="50000"/>
                  </a:schemeClr>
                </a:solidFill>
                <a:latin typeface="Poppins Light"/>
              </a:rPr>
              <a:t>Reserved</a:t>
            </a:r>
            <a:endParaRPr b="0" lang="en-US" sz="1400" spc="-1" strike="noStrike">
              <a:solidFill>
                <a:schemeClr val="dk1"/>
              </a:solidFill>
              <a:latin typeface="Poppins Light"/>
            </a:endParaRPr>
          </a:p>
        </p:txBody>
      </p:sp>
      <p:sp>
        <p:nvSpPr>
          <p:cNvPr id="357" name="Picture Placeholder 11"/>
          <p:cNvSpPr/>
          <p:nvPr/>
        </p:nvSpPr>
        <p:spPr>
          <a:xfrm>
            <a:off x="358200" y="333720"/>
            <a:ext cx="4889880" cy="6190200"/>
          </a:xfrm>
          <a:custGeom>
            <a:avLst/>
            <a:gdLst>
              <a:gd name="textAreaLeft" fmla="*/ 0 w 4889880"/>
              <a:gd name="textAreaRight" fmla="*/ 4890240 w 4889880"/>
              <a:gd name="textAreaTop" fmla="*/ 0 h 6190200"/>
              <a:gd name="textAreaBottom" fmla="*/ 6190560 h 6190200"/>
            </a:gdLst>
            <a:ahLst/>
            <a:rect l="textAreaLeft" t="textAreaTop" r="textAreaRight" b="textAreaBottom"/>
            <a:pathLst>
              <a:path w="3665220" h="6190488">
                <a:moveTo>
                  <a:pt x="186643" y="0"/>
                </a:moveTo>
                <a:lnTo>
                  <a:pt x="3665220" y="0"/>
                </a:lnTo>
                <a:lnTo>
                  <a:pt x="3665220" y="6190488"/>
                </a:lnTo>
                <a:lnTo>
                  <a:pt x="186643" y="6190488"/>
                </a:lnTo>
                <a:cubicBezTo>
                  <a:pt x="83563" y="6190488"/>
                  <a:pt x="0" y="6106925"/>
                  <a:pt x="0" y="6003845"/>
                </a:cubicBezTo>
                <a:lnTo>
                  <a:pt x="0" y="186643"/>
                </a:lnTo>
                <a:cubicBezTo>
                  <a:pt x="0" y="83563"/>
                  <a:pt x="83563" y="0"/>
                  <a:pt x="186643" y="0"/>
                </a:cubicBez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E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PlaceHolder 1"/>
          <p:cNvSpPr>
            <a:spLocks noGrp="1"/>
          </p:cNvSpPr>
          <p:nvPr>
            <p:ph type="title"/>
          </p:nvPr>
        </p:nvSpPr>
        <p:spPr>
          <a:xfrm>
            <a:off x="4115520" y="448920"/>
            <a:ext cx="6800760" cy="93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80000"/>
              </a:lnSpc>
              <a:buNone/>
            </a:pPr>
            <a:r>
              <a:rPr b="0" lang="en-GB" sz="4400" spc="49" strike="noStrike" cap="all">
                <a:solidFill>
                  <a:schemeClr val="dk1"/>
                </a:solidFill>
                <a:latin typeface="Lora"/>
              </a:rPr>
              <a:t>Network Policies</a:t>
            </a:r>
            <a:endParaRPr b="0" lang="en-US" sz="4400" spc="-1" strike="noStrike">
              <a:solidFill>
                <a:schemeClr val="dk1"/>
              </a:solidFill>
              <a:latin typeface="Poppins Light"/>
            </a:endParaRPr>
          </a:p>
        </p:txBody>
      </p:sp>
      <p:sp>
        <p:nvSpPr>
          <p:cNvPr id="359" name="Picture Placeholder 5"/>
          <p:cNvSpPr/>
          <p:nvPr/>
        </p:nvSpPr>
        <p:spPr>
          <a:xfrm>
            <a:off x="358200" y="333720"/>
            <a:ext cx="3664800" cy="6190200"/>
          </a:xfrm>
          <a:custGeom>
            <a:avLst/>
            <a:gdLst>
              <a:gd name="textAreaLeft" fmla="*/ 0 w 3664800"/>
              <a:gd name="textAreaRight" fmla="*/ 3665160 w 3664800"/>
              <a:gd name="textAreaTop" fmla="*/ 0 h 6190200"/>
              <a:gd name="textAreaBottom" fmla="*/ 6190560 h 6190200"/>
            </a:gdLst>
            <a:ahLst/>
            <a:rect l="textAreaLeft" t="textAreaTop" r="textAreaRight" b="textAreaBottom"/>
            <a:pathLst>
              <a:path w="3665220" h="6190488">
                <a:moveTo>
                  <a:pt x="186643" y="0"/>
                </a:moveTo>
                <a:lnTo>
                  <a:pt x="3665220" y="0"/>
                </a:lnTo>
                <a:lnTo>
                  <a:pt x="3665220" y="6190488"/>
                </a:lnTo>
                <a:lnTo>
                  <a:pt x="186643" y="6190488"/>
                </a:lnTo>
                <a:cubicBezTo>
                  <a:pt x="83563" y="6190488"/>
                  <a:pt x="0" y="6106925"/>
                  <a:pt x="0" y="6003845"/>
                </a:cubicBezTo>
                <a:lnTo>
                  <a:pt x="0" y="186643"/>
                </a:lnTo>
                <a:cubicBezTo>
                  <a:pt x="0" y="83563"/>
                  <a:pt x="83563" y="0"/>
                  <a:pt x="186643" y="0"/>
                </a:cubicBez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0" name="PlaceHolder 2"/>
          <p:cNvSpPr>
            <a:spLocks noGrp="1"/>
          </p:cNvSpPr>
          <p:nvPr>
            <p:ph/>
          </p:nvPr>
        </p:nvSpPr>
        <p:spPr>
          <a:xfrm>
            <a:off x="4115520" y="1381680"/>
            <a:ext cx="7619040" cy="4914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4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1400" spc="-1" strike="noStrike">
                <a:solidFill>
                  <a:schemeClr val="dk1"/>
                </a:solidFill>
                <a:latin typeface="Poppins Light"/>
              </a:rPr>
              <a:t>Policy 00 Default deny all traffic </a:t>
            </a:r>
            <a:endParaRPr b="0" lang="en-US" sz="1400" spc="-1" strike="noStrike">
              <a:solidFill>
                <a:schemeClr val="dk1"/>
              </a:solidFill>
              <a:latin typeface="Poppins Light"/>
            </a:endParaRPr>
          </a:p>
          <a:p>
            <a:pPr marL="228600" indent="-228600" defTabSz="914400">
              <a:lnSpc>
                <a:spcPct val="14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1400" spc="-1" strike="noStrike">
                <a:solidFill>
                  <a:schemeClr val="dk1"/>
                </a:solidFill>
                <a:latin typeface="Poppins Light"/>
              </a:rPr>
              <a:t>Policy 01 Allow DNS resolution </a:t>
            </a:r>
            <a:endParaRPr b="0" lang="en-US" sz="1400" spc="-1" strike="noStrike">
              <a:solidFill>
                <a:schemeClr val="dk1"/>
              </a:solidFill>
              <a:latin typeface="Poppins Light"/>
            </a:endParaRPr>
          </a:p>
          <a:p>
            <a:pPr marL="228600" indent="-228600" defTabSz="914400">
              <a:lnSpc>
                <a:spcPct val="14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1400" spc="-1" strike="noStrike">
                <a:solidFill>
                  <a:schemeClr val="dk1"/>
                </a:solidFill>
                <a:latin typeface="Poppins Light"/>
              </a:rPr>
              <a:t>Policy 02 Allow service --&gt; PostgreSQL (per service) </a:t>
            </a:r>
            <a:endParaRPr b="0" lang="en-US" sz="1400" spc="-1" strike="noStrike">
              <a:solidFill>
                <a:schemeClr val="dk1"/>
              </a:solidFill>
              <a:latin typeface="Poppins Light"/>
            </a:endParaRPr>
          </a:p>
          <a:p>
            <a:pPr marL="228600" indent="-228600" defTabSz="914400">
              <a:lnSpc>
                <a:spcPct val="14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1400" spc="-1" strike="noStrike">
                <a:solidFill>
                  <a:schemeClr val="dk1"/>
                </a:solidFill>
                <a:latin typeface="Poppins Light"/>
              </a:rPr>
              <a:t>Policy 03 Allow ingress controller --&gt; services </a:t>
            </a:r>
            <a:endParaRPr b="0" lang="en-US" sz="1400" spc="-1" strike="noStrike">
              <a:solidFill>
                <a:schemeClr val="dk1"/>
              </a:solidFill>
              <a:latin typeface="Poppins Light"/>
            </a:endParaRPr>
          </a:p>
          <a:p>
            <a:pPr marL="228600" indent="-228600" defTabSz="914400">
              <a:lnSpc>
                <a:spcPct val="14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1400" spc="-1" strike="noStrike">
                <a:solidFill>
                  <a:schemeClr val="dk1"/>
                </a:solidFill>
                <a:latin typeface="Poppins Light"/>
              </a:rPr>
              <a:t>Policy 04 Allow audit service access </a:t>
            </a:r>
            <a:endParaRPr b="0" lang="en-US" sz="1400" spc="-1" strike="noStrike">
              <a:solidFill>
                <a:schemeClr val="dk1"/>
              </a:solidFill>
              <a:latin typeface="Poppins Light"/>
            </a:endParaRPr>
          </a:p>
          <a:p>
            <a:pPr marL="228600" indent="-228600" defTabSz="914400">
              <a:lnSpc>
                <a:spcPct val="14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1400" spc="-1" strike="noStrike">
                <a:solidFill>
                  <a:schemeClr val="dk1"/>
                </a:solidFill>
                <a:latin typeface="Poppins Light"/>
              </a:rPr>
              <a:t>Policy 05 Allow MailHog SMTP (Testing Environment Only) </a:t>
            </a:r>
            <a:endParaRPr b="0" lang="en-US" sz="1400" spc="-1" strike="noStrike">
              <a:solidFill>
                <a:schemeClr val="dk1"/>
              </a:solidFill>
              <a:latin typeface="Poppins Light"/>
            </a:endParaRPr>
          </a:p>
          <a:p>
            <a:pPr marL="228600" indent="-228600" defTabSz="914400">
              <a:lnSpc>
                <a:spcPct val="14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1400" spc="-1" strike="noStrike">
                <a:solidFill>
                  <a:schemeClr val="dk1"/>
                </a:solidFill>
                <a:latin typeface="Poppins Light"/>
              </a:rPr>
              <a:t>Policy 06 Allow Prometheus scraping</a:t>
            </a:r>
            <a:endParaRPr b="0" lang="en-US" sz="1400" spc="-1" strike="noStrike">
              <a:solidFill>
                <a:schemeClr val="dk1"/>
              </a:solidFill>
              <a:latin typeface="Poppins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PlaceHolder 1"/>
          <p:cNvSpPr>
            <a:spLocks noGrp="1"/>
          </p:cNvSpPr>
          <p:nvPr>
            <p:ph type="title"/>
          </p:nvPr>
        </p:nvSpPr>
        <p:spPr>
          <a:xfrm>
            <a:off x="6095880" y="333720"/>
            <a:ext cx="4699800" cy="1170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80000"/>
              </a:lnSpc>
              <a:buNone/>
            </a:pPr>
            <a:r>
              <a:rPr b="0" lang="en-GB" sz="4000" spc="49" strike="noStrike" cap="all">
                <a:solidFill>
                  <a:schemeClr val="dk1"/>
                </a:solidFill>
                <a:latin typeface="Lora"/>
              </a:rPr>
              <a:t>Observability Stack</a:t>
            </a:r>
            <a:endParaRPr b="0" lang="en-US" sz="4000" spc="-1" strike="noStrike">
              <a:solidFill>
                <a:schemeClr val="dk1"/>
              </a:solidFill>
              <a:latin typeface="Poppins Light"/>
            </a:endParaRPr>
          </a:p>
        </p:txBody>
      </p:sp>
      <p:sp>
        <p:nvSpPr>
          <p:cNvPr id="362" name="PlaceHolder 2"/>
          <p:cNvSpPr>
            <a:spLocks noGrp="1"/>
          </p:cNvSpPr>
          <p:nvPr>
            <p:ph/>
          </p:nvPr>
        </p:nvSpPr>
        <p:spPr>
          <a:xfrm>
            <a:off x="5533920" y="1504800"/>
            <a:ext cx="6299640" cy="4762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4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i="1" lang="en-GB" sz="2000" spc="-1" strike="noStrike">
                <a:solidFill>
                  <a:schemeClr val="dk1"/>
                </a:solidFill>
                <a:latin typeface="Poppins Light"/>
              </a:rPr>
              <a:t>Fluent Bit: </a:t>
            </a:r>
            <a:r>
              <a:rPr b="0" lang="en-GB" sz="2000" spc="-1" strike="noStrike">
                <a:solidFill>
                  <a:schemeClr val="dk1"/>
                </a:solidFill>
                <a:latin typeface="Poppins Light"/>
              </a:rPr>
              <a:t>Collects container logs from all pods </a:t>
            </a:r>
            <a:endParaRPr b="0" lang="en-US" sz="2000" spc="-1" strike="noStrike">
              <a:solidFill>
                <a:schemeClr val="dk1"/>
              </a:solidFill>
              <a:latin typeface="Poppins Light"/>
            </a:endParaRPr>
          </a:p>
          <a:p>
            <a:pPr marL="343080" indent="-343080" defTabSz="914400">
              <a:lnSpc>
                <a:spcPct val="14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i="1" lang="en-GB" sz="2000" spc="-1" strike="noStrike">
                <a:solidFill>
                  <a:schemeClr val="dk1"/>
                </a:solidFill>
                <a:latin typeface="Poppins Light"/>
              </a:rPr>
              <a:t>Elasticsearch: </a:t>
            </a:r>
            <a:r>
              <a:rPr b="0" lang="en-GB" sz="2000" spc="-1" strike="noStrike">
                <a:solidFill>
                  <a:schemeClr val="dk1"/>
                </a:solidFill>
                <a:latin typeface="Poppins Light"/>
              </a:rPr>
              <a:t>Indexes logs (uvote-logs*) </a:t>
            </a:r>
            <a:endParaRPr b="0" lang="en-US" sz="2000" spc="-1" strike="noStrike">
              <a:solidFill>
                <a:schemeClr val="dk1"/>
              </a:solidFill>
              <a:latin typeface="Poppins Light"/>
            </a:endParaRPr>
          </a:p>
          <a:p>
            <a:pPr marL="343080" indent="-343080" defTabSz="914400">
              <a:lnSpc>
                <a:spcPct val="14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i="1" lang="en-GB" sz="2000" spc="-1" strike="noStrike">
                <a:solidFill>
                  <a:schemeClr val="dk1"/>
                </a:solidFill>
                <a:latin typeface="Poppins Light"/>
              </a:rPr>
              <a:t>Kibana: </a:t>
            </a:r>
            <a:r>
              <a:rPr b="0" lang="en-GB" sz="2000" spc="-1" strike="noStrike">
                <a:solidFill>
                  <a:schemeClr val="dk1"/>
                </a:solidFill>
                <a:latin typeface="Poppins Light"/>
              </a:rPr>
              <a:t>Live dashboards: error volume, auth failures, vote rate, log stream </a:t>
            </a:r>
            <a:endParaRPr b="0" lang="en-US" sz="2000" spc="-1" strike="noStrike">
              <a:solidFill>
                <a:schemeClr val="dk1"/>
              </a:solidFill>
              <a:latin typeface="Poppins Light"/>
            </a:endParaRPr>
          </a:p>
          <a:p>
            <a:pPr marL="343080" indent="-343080" defTabSz="914400">
              <a:lnSpc>
                <a:spcPct val="14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i="1" lang="en-GB" sz="2000" spc="-1" strike="noStrike">
                <a:solidFill>
                  <a:schemeClr val="dk1"/>
                </a:solidFill>
                <a:latin typeface="Poppins Light"/>
              </a:rPr>
              <a:t>Prometheus: </a:t>
            </a:r>
            <a:r>
              <a:rPr b="0" lang="en-GB" sz="2000" spc="-1" strike="noStrike">
                <a:solidFill>
                  <a:schemeClr val="dk1"/>
                </a:solidFill>
                <a:latin typeface="Poppins Light"/>
              </a:rPr>
              <a:t>Scrapes /metrics from all 6 services every 15s </a:t>
            </a:r>
            <a:endParaRPr b="0" lang="en-US" sz="2000" spc="-1" strike="noStrike">
              <a:solidFill>
                <a:schemeClr val="dk1"/>
              </a:solidFill>
              <a:latin typeface="Poppins Light"/>
            </a:endParaRPr>
          </a:p>
          <a:p>
            <a:pPr marL="343080" indent="-343080" defTabSz="914400">
              <a:lnSpc>
                <a:spcPct val="14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i="1" lang="en-GB" sz="2000" spc="-1" strike="noStrike">
                <a:solidFill>
                  <a:schemeClr val="dk1"/>
                </a:solidFill>
                <a:latin typeface="Poppins Light"/>
              </a:rPr>
              <a:t>Grafana: </a:t>
            </a:r>
            <a:r>
              <a:rPr b="0" lang="en-GB" sz="2000" spc="-1" strike="noStrike">
                <a:solidFill>
                  <a:schemeClr val="dk1"/>
                </a:solidFill>
                <a:latin typeface="Poppins Light"/>
              </a:rPr>
              <a:t>SLI dashboard: request rate, p95 latency, 5xx error rate, availability</a:t>
            </a:r>
            <a:endParaRPr b="0" lang="en-US" sz="2000" spc="-1" strike="noStrike">
              <a:solidFill>
                <a:schemeClr val="dk1"/>
              </a:solidFill>
              <a:latin typeface="Poppins Light"/>
            </a:endParaRPr>
          </a:p>
        </p:txBody>
      </p:sp>
      <p:sp>
        <p:nvSpPr>
          <p:cNvPr id="363" name="Picture Placeholder 9"/>
          <p:cNvSpPr/>
          <p:nvPr/>
        </p:nvSpPr>
        <p:spPr>
          <a:xfrm>
            <a:off x="358920" y="333360"/>
            <a:ext cx="5175000" cy="6190920"/>
          </a:xfrm>
          <a:custGeom>
            <a:avLst/>
            <a:gdLst>
              <a:gd name="textAreaLeft" fmla="*/ 0 w 5175000"/>
              <a:gd name="textAreaRight" fmla="*/ 5175360 w 5175000"/>
              <a:gd name="textAreaTop" fmla="*/ 0 h 6190920"/>
              <a:gd name="textAreaBottom" fmla="*/ 6191280 h 6190920"/>
            </a:gdLst>
            <a:ahLst/>
            <a:rect l="textAreaLeft" t="textAreaTop" r="textAreaRight" b="textAreaBottom"/>
            <a:pathLst>
              <a:path w="5740908" h="6190488">
                <a:moveTo>
                  <a:pt x="186643" y="0"/>
                </a:moveTo>
                <a:lnTo>
                  <a:pt x="5740908" y="0"/>
                </a:lnTo>
                <a:lnTo>
                  <a:pt x="5740908" y="6190488"/>
                </a:lnTo>
                <a:lnTo>
                  <a:pt x="186643" y="6190488"/>
                </a:lnTo>
                <a:cubicBezTo>
                  <a:pt x="83563" y="6190488"/>
                  <a:pt x="0" y="6106925"/>
                  <a:pt x="0" y="6003845"/>
                </a:cubicBezTo>
                <a:lnTo>
                  <a:pt x="0" y="186643"/>
                </a:lnTo>
                <a:cubicBezTo>
                  <a:pt x="0" y="83563"/>
                  <a:pt x="83563" y="0"/>
                  <a:pt x="186643" y="0"/>
                </a:cubicBez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E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PlaceHolder 1"/>
          <p:cNvSpPr>
            <a:spLocks noGrp="1"/>
          </p:cNvSpPr>
          <p:nvPr>
            <p:ph type="title"/>
          </p:nvPr>
        </p:nvSpPr>
        <p:spPr>
          <a:xfrm>
            <a:off x="3433680" y="564480"/>
            <a:ext cx="8024760" cy="492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84006"/>
          </a:bodyPr>
          <a:p>
            <a:pPr indent="0" defTabSz="914400">
              <a:lnSpc>
                <a:spcPct val="80000"/>
              </a:lnSpc>
              <a:buNone/>
            </a:pPr>
            <a:r>
              <a:rPr b="0" lang="en-GB" sz="4000" spc="49" strike="noStrike" cap="all">
                <a:solidFill>
                  <a:schemeClr val="dk1"/>
                </a:solidFill>
                <a:latin typeface="Lora"/>
              </a:rPr>
              <a:t>Deployment Process</a:t>
            </a:r>
            <a:endParaRPr b="0" lang="en-US" sz="4000" spc="-1" strike="noStrike">
              <a:solidFill>
                <a:schemeClr val="dk1"/>
              </a:solidFill>
              <a:latin typeface="Poppins Light"/>
            </a:endParaRPr>
          </a:p>
        </p:txBody>
      </p:sp>
      <p:sp>
        <p:nvSpPr>
          <p:cNvPr id="365" name="Picture Placeholder 5"/>
          <p:cNvSpPr/>
          <p:nvPr/>
        </p:nvSpPr>
        <p:spPr>
          <a:xfrm>
            <a:off x="358920" y="333360"/>
            <a:ext cx="2908080" cy="6190920"/>
          </a:xfrm>
          <a:custGeom>
            <a:avLst/>
            <a:gdLst>
              <a:gd name="textAreaLeft" fmla="*/ 0 w 2908080"/>
              <a:gd name="textAreaRight" fmla="*/ 2908440 w 2908080"/>
              <a:gd name="textAreaTop" fmla="*/ 0 h 6190920"/>
              <a:gd name="textAreaBottom" fmla="*/ 6191280 h 6190920"/>
            </a:gdLst>
            <a:ahLst/>
            <a:rect l="textAreaLeft" t="textAreaTop" r="textAreaRight" b="textAreaBottom"/>
            <a:pathLst>
              <a:path w="5740908" h="6190488">
                <a:moveTo>
                  <a:pt x="186643" y="0"/>
                </a:moveTo>
                <a:lnTo>
                  <a:pt x="5740908" y="0"/>
                </a:lnTo>
                <a:lnTo>
                  <a:pt x="5740908" y="6190488"/>
                </a:lnTo>
                <a:lnTo>
                  <a:pt x="186643" y="6190488"/>
                </a:lnTo>
                <a:cubicBezTo>
                  <a:pt x="83563" y="6190488"/>
                  <a:pt x="0" y="6106925"/>
                  <a:pt x="0" y="6003845"/>
                </a:cubicBezTo>
                <a:lnTo>
                  <a:pt x="0" y="186643"/>
                </a:lnTo>
                <a:cubicBezTo>
                  <a:pt x="0" y="83563"/>
                  <a:pt x="83563" y="0"/>
                  <a:pt x="186643" y="0"/>
                </a:cubicBez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6" name="PlaceHolder 2"/>
          <p:cNvSpPr>
            <a:spLocks noGrp="1"/>
          </p:cNvSpPr>
          <p:nvPr>
            <p:ph/>
          </p:nvPr>
        </p:nvSpPr>
        <p:spPr>
          <a:xfrm>
            <a:off x="3433680" y="1057320"/>
            <a:ext cx="8399880" cy="5235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9943"/>
          </a:bodyPr>
          <a:p>
            <a:pPr marL="343080" indent="-343080" defTabSz="914400">
              <a:lnSpc>
                <a:spcPct val="14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000" spc="-1" strike="noStrike">
                <a:solidFill>
                  <a:schemeClr val="dk1"/>
                </a:solidFill>
                <a:latin typeface="Poppins Light"/>
              </a:rPr>
              <a:t>Step 1: python setup_venv.py </a:t>
            </a:r>
            <a:endParaRPr b="0" lang="en-US" sz="2000" spc="-1" strike="noStrike">
              <a:solidFill>
                <a:schemeClr val="dk1"/>
              </a:solidFill>
              <a:latin typeface="Poppins Light"/>
            </a:endParaRPr>
          </a:p>
          <a:p>
            <a:pPr lvl="1" marL="457200" indent="-343080" defTabSz="914400">
              <a:lnSpc>
                <a:spcPct val="14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1800" spc="-1" strike="noStrike">
                <a:solidFill>
                  <a:schemeClr val="dk1"/>
                </a:solidFill>
                <a:latin typeface="Poppins Light"/>
              </a:rPr>
              <a:t>Creates .venv, installs all deps for 6 services + platform scripts + test suites </a:t>
            </a:r>
            <a:endParaRPr b="0" lang="en-US" sz="1800" spc="-1" strike="noStrike">
              <a:solidFill>
                <a:schemeClr val="dk1"/>
              </a:solidFill>
              <a:latin typeface="Poppins Light"/>
            </a:endParaRPr>
          </a:p>
          <a:p>
            <a:pPr marL="343080" indent="-343080" defTabSz="914400">
              <a:lnSpc>
                <a:spcPct val="14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000" spc="-1" strike="noStrike">
                <a:solidFill>
                  <a:schemeClr val="dk1"/>
                </a:solidFill>
                <a:latin typeface="Poppins Light"/>
              </a:rPr>
              <a:t>Step 2: python boot_test_platform.py </a:t>
            </a:r>
            <a:br>
              <a:rPr sz="2000"/>
            </a:br>
            <a:r>
              <a:rPr b="0" lang="en-GB" sz="2000" spc="-1" strike="noStrike">
                <a:solidFill>
                  <a:schemeClr val="dk1"/>
                </a:solidFill>
                <a:latin typeface="Poppins Light"/>
              </a:rPr>
              <a:t>Internally runs in order: </a:t>
            </a:r>
            <a:endParaRPr b="0" lang="en-US" sz="2000" spc="-1" strike="noStrike">
              <a:solidFill>
                <a:schemeClr val="dk1"/>
              </a:solidFill>
              <a:latin typeface="Poppins Light"/>
            </a:endParaRPr>
          </a:p>
          <a:p>
            <a:pPr lvl="2" marL="685800" indent="-343080" defTabSz="914400">
              <a:lnSpc>
                <a:spcPct val="14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1600" spc="-1" strike="noStrike">
                <a:solidFill>
                  <a:schemeClr val="dk1"/>
                </a:solidFill>
                <a:latin typeface="Poppins Light"/>
              </a:rPr>
              <a:t>a. setup_k8s_platform.py Kind cluster --&gt; Calico CNI --&gt; namespaces --&gt; PostgreSQL --&gt; schema.sql --&gt; create_roles.sql --&gt; seed_data.sql --&gt; network policies --&gt; NGINX ingress </a:t>
            </a:r>
            <a:endParaRPr b="0" lang="en-US" sz="1600" spc="-1" strike="noStrike">
              <a:solidFill>
                <a:schemeClr val="dk1"/>
              </a:solidFill>
              <a:latin typeface="Poppins Light"/>
            </a:endParaRPr>
          </a:p>
          <a:p>
            <a:pPr lvl="2" marL="685800" indent="-343080" defTabSz="914400">
              <a:lnSpc>
                <a:spcPct val="14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1600" spc="-1" strike="noStrike">
                <a:solidFill>
                  <a:schemeClr val="dk1"/>
                </a:solidFill>
                <a:latin typeface="Poppins Light"/>
              </a:rPr>
              <a:t>b. deploy_platform.py Docker build (6 images) --&gt; kind load --&gt; secrets --&gt; kubectl apply --&gt; pod readiness --&gt; network policy tests --&gt; health endpoint tests </a:t>
            </a:r>
            <a:endParaRPr b="0" lang="en-US" sz="1600" spc="-1" strike="noStrike">
              <a:solidFill>
                <a:schemeClr val="dk1"/>
              </a:solidFill>
              <a:latin typeface="Poppins Light"/>
            </a:endParaRPr>
          </a:p>
          <a:p>
            <a:pPr lvl="2" marL="685800" indent="-343080" defTabSz="914400">
              <a:lnSpc>
                <a:spcPct val="14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1600" spc="-1" strike="noStrike">
                <a:solidFill>
                  <a:schemeClr val="dk1"/>
                </a:solidFill>
                <a:latin typeface="Poppins Light"/>
              </a:rPr>
              <a:t>c. ELK Stack helm install elasticsearch --&gt; kibana --&gt; fluent-bit (monitoring namespace) create_dashboard.py --&gt; Kibana dashboard auto-created </a:t>
            </a:r>
            <a:endParaRPr b="0" lang="en-US" sz="1600" spc="-1" strike="noStrike">
              <a:solidFill>
                <a:schemeClr val="dk1"/>
              </a:solidFill>
              <a:latin typeface="Poppins Light"/>
            </a:endParaRPr>
          </a:p>
          <a:p>
            <a:pPr lvl="2" marL="685800" indent="-343080" defTabSz="914400">
              <a:lnSpc>
                <a:spcPct val="14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1600" spc="-1" strike="noStrike">
                <a:solidFill>
                  <a:schemeClr val="dk1"/>
                </a:solidFill>
                <a:latin typeface="Poppins Light"/>
              </a:rPr>
              <a:t>d. deploy_test_platform.py MailHog deployed to uvote-dev + uvote-test (SMTP capture) </a:t>
            </a:r>
            <a:endParaRPr b="0" lang="en-US" sz="1600" spc="-1" strike="noStrike">
              <a:solidFill>
                <a:schemeClr val="dk1"/>
              </a:solidFill>
              <a:latin typeface="Poppins Light"/>
            </a:endParaRPr>
          </a:p>
          <a:p>
            <a:pPr indent="0" defTabSz="914400">
              <a:lnSpc>
                <a:spcPct val="14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GB" sz="2000" spc="-1" strike="noStrike">
                <a:solidFill>
                  <a:schemeClr val="dk1"/>
                </a:solidFill>
                <a:latin typeface="Poppins Light"/>
              </a:rPr>
              <a:t>Total time: ~8-12 minutes </a:t>
            </a:r>
            <a:endParaRPr b="0" lang="en-US" sz="2000" spc="-1" strike="noStrike">
              <a:solidFill>
                <a:schemeClr val="dk1"/>
              </a:solidFill>
              <a:latin typeface="Poppins Light"/>
            </a:endParaRPr>
          </a:p>
          <a:p>
            <a:pPr indent="0" defTabSz="914400">
              <a:lnSpc>
                <a:spcPct val="14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GB" sz="2000" spc="-1" strike="noStrike">
                <a:solidFill>
                  <a:schemeClr val="dk1"/>
                </a:solidFill>
                <a:latin typeface="Poppins Light"/>
              </a:rPr>
              <a:t>Result: 13/13 pods running · 6/6 health checks · 7/7 network tests</a:t>
            </a:r>
            <a:endParaRPr b="0" lang="en-US" sz="2000" spc="-1" strike="noStrike">
              <a:solidFill>
                <a:schemeClr val="dk1"/>
              </a:solidFill>
              <a:latin typeface="Poppins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PlaceHolder 1"/>
          <p:cNvSpPr>
            <a:spLocks noGrp="1"/>
          </p:cNvSpPr>
          <p:nvPr>
            <p:ph type="title"/>
          </p:nvPr>
        </p:nvSpPr>
        <p:spPr>
          <a:xfrm>
            <a:off x="5321880" y="927360"/>
            <a:ext cx="602460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80000"/>
              </a:lnSpc>
              <a:buNone/>
            </a:pPr>
            <a:r>
              <a:rPr b="0" lang="en-GB" sz="4500" spc="49" strike="noStrike" cap="all">
                <a:solidFill>
                  <a:schemeClr val="dk1"/>
                </a:solidFill>
                <a:latin typeface="Lora"/>
              </a:rPr>
              <a:t>Testing Results</a:t>
            </a:r>
            <a:endParaRPr b="0" lang="en-US" sz="4500" spc="-1" strike="noStrike">
              <a:solidFill>
                <a:schemeClr val="dk1"/>
              </a:solidFill>
              <a:latin typeface="Poppins Light"/>
            </a:endParaRPr>
          </a:p>
        </p:txBody>
      </p:sp>
      <p:sp>
        <p:nvSpPr>
          <p:cNvPr id="368" name="Picture Placeholder 5"/>
          <p:cNvSpPr/>
          <p:nvPr/>
        </p:nvSpPr>
        <p:spPr>
          <a:xfrm>
            <a:off x="358200" y="333720"/>
            <a:ext cx="4435560" cy="6190200"/>
          </a:xfrm>
          <a:custGeom>
            <a:avLst/>
            <a:gdLst>
              <a:gd name="textAreaLeft" fmla="*/ 0 w 4435560"/>
              <a:gd name="textAreaRight" fmla="*/ 4435920 w 4435560"/>
              <a:gd name="textAreaTop" fmla="*/ 0 h 6190200"/>
              <a:gd name="textAreaBottom" fmla="*/ 6190560 h 6190200"/>
            </a:gdLst>
            <a:ahLst/>
            <a:rect l="textAreaLeft" t="textAreaTop" r="textAreaRight" b="textAreaBottom"/>
            <a:pathLst>
              <a:path w="4435746" h="6190488">
                <a:moveTo>
                  <a:pt x="186643" y="0"/>
                </a:moveTo>
                <a:lnTo>
                  <a:pt x="4435746" y="0"/>
                </a:lnTo>
                <a:lnTo>
                  <a:pt x="4435746" y="6190488"/>
                </a:lnTo>
                <a:lnTo>
                  <a:pt x="186643" y="6190488"/>
                </a:lnTo>
                <a:cubicBezTo>
                  <a:pt x="83563" y="6190488"/>
                  <a:pt x="0" y="6106925"/>
                  <a:pt x="0" y="6003845"/>
                </a:cubicBezTo>
                <a:lnTo>
                  <a:pt x="0" y="186643"/>
                </a:lnTo>
                <a:cubicBezTo>
                  <a:pt x="0" y="83563"/>
                  <a:pt x="83563" y="0"/>
                  <a:pt x="186643" y="0"/>
                </a:cubicBez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9" name="PlaceHolder 2"/>
          <p:cNvSpPr>
            <a:spLocks noGrp="1"/>
          </p:cNvSpPr>
          <p:nvPr>
            <p:ph/>
          </p:nvPr>
        </p:nvSpPr>
        <p:spPr>
          <a:xfrm>
            <a:off x="5321880" y="2204640"/>
            <a:ext cx="6004080" cy="3765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4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1400" spc="-1" strike="noStrike">
                <a:solidFill>
                  <a:schemeClr val="dk1"/>
                </a:solidFill>
                <a:latin typeface="Poppins Light"/>
              </a:rPr>
              <a:t>121 pytest unit tests</a:t>
            </a:r>
            <a:r>
              <a:rPr b="0" lang="en-GB" sz="1400" spc="-1" strike="noStrike">
                <a:solidFill>
                  <a:schemeClr val="dk1"/>
                </a:solidFill>
                <a:latin typeface="Poppins Light"/>
              </a:rPr>
              <a:t>	</a:t>
            </a:r>
            <a:r>
              <a:rPr b="0" lang="en-GB" sz="1400" spc="-1" strike="noStrike">
                <a:solidFill>
                  <a:schemeClr val="dk1"/>
                </a:solidFill>
                <a:latin typeface="Poppins Light"/>
              </a:rPr>
              <a:t>6 services, all passing </a:t>
            </a:r>
            <a:endParaRPr b="0" lang="en-US" sz="1400" spc="-1" strike="noStrike">
              <a:solidFill>
                <a:schemeClr val="dk1"/>
              </a:solidFill>
              <a:latin typeface="Poppins Light"/>
            </a:endParaRPr>
          </a:p>
          <a:p>
            <a:pPr marL="228600" indent="-228600" defTabSz="914400">
              <a:lnSpc>
                <a:spcPct val="14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1400" spc="-1" strike="noStrike">
                <a:solidFill>
                  <a:schemeClr val="dk1"/>
                </a:solidFill>
                <a:latin typeface="Poppins Light"/>
              </a:rPr>
              <a:t>11/11 database tests </a:t>
            </a:r>
            <a:r>
              <a:rPr b="0" lang="en-GB" sz="1400" spc="-1" strike="noStrike">
                <a:solidFill>
                  <a:schemeClr val="dk1"/>
                </a:solidFill>
                <a:latin typeface="Poppins Light"/>
              </a:rPr>
              <a:t>	</a:t>
            </a:r>
            <a:r>
              <a:rPr b="0" lang="en-GB" sz="1400" spc="-1" strike="noStrike">
                <a:solidFill>
                  <a:schemeClr val="dk1"/>
                </a:solidFill>
                <a:latin typeface="Poppins Light"/>
              </a:rPr>
              <a:t>schema, triggers, indexes, roles, network </a:t>
            </a:r>
            <a:endParaRPr b="0" lang="en-US" sz="1400" spc="-1" strike="noStrike">
              <a:solidFill>
                <a:schemeClr val="dk1"/>
              </a:solidFill>
              <a:latin typeface="Poppins Light"/>
            </a:endParaRPr>
          </a:p>
          <a:p>
            <a:pPr marL="228600" indent="-228600" defTabSz="914400">
              <a:lnSpc>
                <a:spcPct val="14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1400" spc="-1" strike="noStrike">
                <a:solidFill>
                  <a:schemeClr val="dk1"/>
                </a:solidFill>
                <a:latin typeface="Poppins Light"/>
              </a:rPr>
              <a:t>28/28 API integration </a:t>
            </a:r>
            <a:r>
              <a:rPr b="0" lang="en-GB" sz="1400" spc="-1" strike="noStrike">
                <a:solidFill>
                  <a:schemeClr val="dk1"/>
                </a:solidFill>
                <a:latin typeface="Poppins Light"/>
              </a:rPr>
              <a:t>	</a:t>
            </a:r>
            <a:r>
              <a:rPr b="0" lang="en-GB" sz="1400" spc="-1" strike="noStrike">
                <a:solidFill>
                  <a:schemeClr val="dk1"/>
                </a:solidFill>
                <a:latin typeface="Poppins Light"/>
              </a:rPr>
              <a:t>full voter journey end-to-end </a:t>
            </a:r>
            <a:endParaRPr b="0" lang="en-US" sz="1400" spc="-1" strike="noStrike">
              <a:solidFill>
                <a:schemeClr val="dk1"/>
              </a:solidFill>
              <a:latin typeface="Poppins Light"/>
            </a:endParaRPr>
          </a:p>
          <a:p>
            <a:pPr marL="228600" indent="-228600" defTabSz="914400">
              <a:lnSpc>
                <a:spcPct val="14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1400" spc="-1" strike="noStrike">
                <a:solidFill>
                  <a:schemeClr val="dk1"/>
                </a:solidFill>
                <a:latin typeface="Poppins Light"/>
              </a:rPr>
              <a:t>13/13 pods running </a:t>
            </a:r>
            <a:r>
              <a:rPr b="0" lang="en-GB" sz="1400" spc="-1" strike="noStrike">
                <a:solidFill>
                  <a:schemeClr val="dk1"/>
                </a:solidFill>
                <a:latin typeface="Poppins Light"/>
              </a:rPr>
              <a:t>	</a:t>
            </a:r>
            <a:r>
              <a:rPr b="0" lang="en-GB" sz="1400" spc="-1" strike="noStrike">
                <a:solidFill>
                  <a:schemeClr val="dk1"/>
                </a:solidFill>
                <a:latin typeface="Poppins Light"/>
              </a:rPr>
              <a:t>6 services × 2 replicas + PostgreSQL </a:t>
            </a:r>
            <a:endParaRPr b="0" lang="en-US" sz="1400" spc="-1" strike="noStrike">
              <a:solidFill>
                <a:schemeClr val="dk1"/>
              </a:solidFill>
              <a:latin typeface="Poppins Light"/>
            </a:endParaRPr>
          </a:p>
          <a:p>
            <a:pPr marL="228600" indent="-228600" defTabSz="914400">
              <a:lnSpc>
                <a:spcPct val="14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1400" spc="-1" strike="noStrike">
                <a:solidFill>
                  <a:schemeClr val="dk1"/>
                </a:solidFill>
                <a:latin typeface="Poppins Light"/>
              </a:rPr>
              <a:t>6/6 health checks </a:t>
            </a:r>
            <a:r>
              <a:rPr b="0" lang="en-GB" sz="1400" spc="-1" strike="noStrike">
                <a:solidFill>
                  <a:schemeClr val="dk1"/>
                </a:solidFill>
                <a:latin typeface="Poppins Light"/>
              </a:rPr>
              <a:t>	</a:t>
            </a:r>
            <a:r>
              <a:rPr b="0" lang="en-GB" sz="1400" spc="-1" strike="noStrike">
                <a:solidFill>
                  <a:schemeClr val="dk1"/>
                </a:solidFill>
                <a:latin typeface="Poppins Light"/>
              </a:rPr>
              <a:t>all services responding </a:t>
            </a:r>
            <a:endParaRPr b="0" lang="en-US" sz="1400" spc="-1" strike="noStrike">
              <a:solidFill>
                <a:schemeClr val="dk1"/>
              </a:solidFill>
              <a:latin typeface="Poppins Light"/>
            </a:endParaRPr>
          </a:p>
          <a:p>
            <a:pPr marL="228600" indent="-228600" defTabSz="914400">
              <a:lnSpc>
                <a:spcPct val="14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1400" spc="-1" strike="noStrike">
                <a:solidFill>
                  <a:schemeClr val="dk1"/>
                </a:solidFill>
                <a:latin typeface="Poppins Light"/>
              </a:rPr>
              <a:t>7/7 network policy tests zero-trust enforcement verified</a:t>
            </a:r>
            <a:endParaRPr b="0" lang="en-US" sz="1400" spc="-1" strike="noStrike">
              <a:solidFill>
                <a:schemeClr val="dk1"/>
              </a:solidFill>
              <a:latin typeface="Poppins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0" name="" descr=""/>
          <p:cNvPicPr/>
          <p:nvPr/>
        </p:nvPicPr>
        <p:blipFill>
          <a:blip r:embed="rId1"/>
          <a:stretch/>
        </p:blipFill>
        <p:spPr>
          <a:xfrm>
            <a:off x="458280" y="1041120"/>
            <a:ext cx="11232360" cy="4530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PlaceHolder 1"/>
          <p:cNvSpPr>
            <a:spLocks noGrp="1"/>
          </p:cNvSpPr>
          <p:nvPr>
            <p:ph type="title"/>
          </p:nvPr>
        </p:nvSpPr>
        <p:spPr>
          <a:xfrm>
            <a:off x="612720" y="548640"/>
            <a:ext cx="4672080" cy="145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80000"/>
              </a:lnSpc>
              <a:buNone/>
            </a:pPr>
            <a:r>
              <a:rPr b="0" lang="en-GB" sz="3600" spc="49" strike="noStrike" cap="all">
                <a:solidFill>
                  <a:schemeClr val="dk1"/>
                </a:solidFill>
                <a:latin typeface="Lora"/>
              </a:rPr>
              <a:t>Voting Journey</a:t>
            </a:r>
            <a:endParaRPr b="0" lang="en-US" sz="3600" spc="-1" strike="noStrike">
              <a:solidFill>
                <a:schemeClr val="dk1"/>
              </a:solidFill>
              <a:latin typeface="Poppins Light"/>
            </a:endParaRPr>
          </a:p>
        </p:txBody>
      </p:sp>
      <p:sp>
        <p:nvSpPr>
          <p:cNvPr id="372" name="Picture Placeholder 5"/>
          <p:cNvSpPr/>
          <p:nvPr/>
        </p:nvSpPr>
        <p:spPr>
          <a:xfrm>
            <a:off x="873720" y="2485440"/>
            <a:ext cx="3632760" cy="3632760"/>
          </a:xfrm>
          <a:custGeom>
            <a:avLst/>
            <a:gdLst>
              <a:gd name="textAreaLeft" fmla="*/ 0 w 3632760"/>
              <a:gd name="textAreaRight" fmla="*/ 3633120 w 3632760"/>
              <a:gd name="textAreaTop" fmla="*/ 0 h 3632760"/>
              <a:gd name="textAreaBottom" fmla="*/ 3633120 h 3632760"/>
            </a:gdLst>
            <a:ahLst/>
            <a:rect l="textAreaLeft" t="textAreaTop" r="textAreaRight" b="textAreaBottom"/>
            <a:pathLst>
              <a:path w="3633170" h="3633170">
                <a:moveTo>
                  <a:pt x="1816585" y="0"/>
                </a:moveTo>
                <a:cubicBezTo>
                  <a:pt x="2819857" y="0"/>
                  <a:pt x="3633170" y="813313"/>
                  <a:pt x="3633170" y="1816585"/>
                </a:cubicBezTo>
                <a:cubicBezTo>
                  <a:pt x="3633170" y="2819857"/>
                  <a:pt x="2819857" y="3633170"/>
                  <a:pt x="1816585" y="3633170"/>
                </a:cubicBezTo>
                <a:cubicBezTo>
                  <a:pt x="813313" y="3633170"/>
                  <a:pt x="0" y="2819857"/>
                  <a:pt x="0" y="1816585"/>
                </a:cubicBezTo>
                <a:cubicBezTo>
                  <a:pt x="0" y="813313"/>
                  <a:pt x="813313" y="0"/>
                  <a:pt x="1816585" y="0"/>
                </a:cubicBez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E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73" name="Content Placeholder 7" descr=""/>
          <p:cNvPicPr/>
          <p:nvPr/>
        </p:nvPicPr>
        <p:blipFill>
          <a:blip r:embed="rId2"/>
          <a:srcRect l="0" t="4510" r="0" b="0"/>
          <a:stretch/>
        </p:blipFill>
        <p:spPr>
          <a:xfrm>
            <a:off x="5285160" y="158040"/>
            <a:ext cx="6559560" cy="6541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PlaceHolder 1"/>
          <p:cNvSpPr>
            <a:spLocks noGrp="1"/>
          </p:cNvSpPr>
          <p:nvPr>
            <p:ph type="title"/>
          </p:nvPr>
        </p:nvSpPr>
        <p:spPr>
          <a:xfrm>
            <a:off x="612720" y="548640"/>
            <a:ext cx="2463480" cy="527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80000"/>
              </a:lnSpc>
              <a:buNone/>
            </a:pPr>
            <a:r>
              <a:rPr b="0" lang="en-GB" sz="3600" spc="49" strike="noStrike" cap="all">
                <a:solidFill>
                  <a:schemeClr val="dk1"/>
                </a:solidFill>
                <a:latin typeface="Lora"/>
              </a:rPr>
              <a:t>Security</a:t>
            </a:r>
            <a:endParaRPr b="0" lang="en-US" sz="3600" spc="-1" strike="noStrike">
              <a:solidFill>
                <a:schemeClr val="dk1"/>
              </a:solidFill>
              <a:latin typeface="Poppins Light"/>
            </a:endParaRPr>
          </a:p>
        </p:txBody>
      </p:sp>
      <p:sp>
        <p:nvSpPr>
          <p:cNvPr id="375" name="Picture Placeholder 5"/>
          <p:cNvSpPr/>
          <p:nvPr/>
        </p:nvSpPr>
        <p:spPr>
          <a:xfrm>
            <a:off x="873720" y="2485440"/>
            <a:ext cx="3632760" cy="3632760"/>
          </a:xfrm>
          <a:custGeom>
            <a:avLst/>
            <a:gdLst>
              <a:gd name="textAreaLeft" fmla="*/ 0 w 3632760"/>
              <a:gd name="textAreaRight" fmla="*/ 3633120 w 3632760"/>
              <a:gd name="textAreaTop" fmla="*/ 0 h 3632760"/>
              <a:gd name="textAreaBottom" fmla="*/ 3633120 h 3632760"/>
            </a:gdLst>
            <a:ahLst/>
            <a:rect l="textAreaLeft" t="textAreaTop" r="textAreaRight" b="textAreaBottom"/>
            <a:pathLst>
              <a:path w="3633170" h="3633170">
                <a:moveTo>
                  <a:pt x="1816585" y="0"/>
                </a:moveTo>
                <a:cubicBezTo>
                  <a:pt x="2819857" y="0"/>
                  <a:pt x="3633170" y="813313"/>
                  <a:pt x="3633170" y="1816585"/>
                </a:cubicBezTo>
                <a:cubicBezTo>
                  <a:pt x="3633170" y="2819857"/>
                  <a:pt x="2819857" y="3633170"/>
                  <a:pt x="1816585" y="3633170"/>
                </a:cubicBezTo>
                <a:cubicBezTo>
                  <a:pt x="813313" y="3633170"/>
                  <a:pt x="0" y="2819857"/>
                  <a:pt x="0" y="1816585"/>
                </a:cubicBezTo>
                <a:cubicBezTo>
                  <a:pt x="0" y="813313"/>
                  <a:pt x="813313" y="0"/>
                  <a:pt x="1816585" y="0"/>
                </a:cubicBez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6" name="PlaceHolder 2"/>
          <p:cNvSpPr>
            <a:spLocks noGrp="1"/>
          </p:cNvSpPr>
          <p:nvPr>
            <p:ph/>
          </p:nvPr>
        </p:nvSpPr>
        <p:spPr>
          <a:xfrm>
            <a:off x="4886280" y="549360"/>
            <a:ext cx="6795360" cy="5783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4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1400" spc="-1" strike="noStrike">
                <a:solidFill>
                  <a:schemeClr val="dk1"/>
                </a:solidFill>
                <a:latin typeface="Poppins Light"/>
              </a:rPr>
              <a:t>Authentication</a:t>
            </a:r>
            <a:endParaRPr b="0" lang="en-US" sz="1400" spc="-1" strike="noStrike">
              <a:solidFill>
                <a:schemeClr val="dk1"/>
              </a:solidFill>
              <a:latin typeface="Poppins Light"/>
            </a:endParaRPr>
          </a:p>
          <a:p>
            <a:pPr lvl="1" marL="457200" indent="-228600" defTabSz="914400">
              <a:lnSpc>
                <a:spcPct val="14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1200" spc="-1" strike="noStrike">
                <a:solidFill>
                  <a:schemeClr val="dk1"/>
                </a:solidFill>
                <a:latin typeface="Poppins Light"/>
              </a:rPr>
              <a:t>JWT tokens · bcrypt password hashing</a:t>
            </a:r>
            <a:endParaRPr b="0" lang="en-US" sz="1200" spc="-1" strike="noStrike">
              <a:solidFill>
                <a:schemeClr val="dk1"/>
              </a:solidFill>
              <a:latin typeface="Poppins Light"/>
            </a:endParaRPr>
          </a:p>
          <a:p>
            <a:pPr marL="228600" indent="-228600" defTabSz="914400">
              <a:lnSpc>
                <a:spcPct val="14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1400" spc="-1" strike="noStrike">
                <a:solidFill>
                  <a:schemeClr val="dk1"/>
                </a:solidFill>
                <a:latin typeface="Poppins Light"/>
              </a:rPr>
              <a:t>Ballot Anonymity        </a:t>
            </a:r>
            <a:endParaRPr b="0" lang="en-US" sz="1400" spc="-1" strike="noStrike">
              <a:solidFill>
                <a:schemeClr val="dk1"/>
              </a:solidFill>
              <a:latin typeface="Poppins Light"/>
            </a:endParaRPr>
          </a:p>
          <a:p>
            <a:pPr lvl="1" marL="457200" indent="-228600" defTabSz="914400">
              <a:lnSpc>
                <a:spcPct val="14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1200" spc="-1" strike="noStrike">
                <a:solidFill>
                  <a:schemeClr val="dk1"/>
                </a:solidFill>
                <a:latin typeface="Poppins Light"/>
              </a:rPr>
              <a:t>Blind ballot tokens · voter identity decoupled from vote</a:t>
            </a:r>
            <a:endParaRPr b="0" lang="en-US" sz="1200" spc="-1" strike="noStrike">
              <a:solidFill>
                <a:schemeClr val="dk1"/>
              </a:solidFill>
              <a:latin typeface="Poppins Light"/>
            </a:endParaRPr>
          </a:p>
          <a:p>
            <a:pPr marL="228600" indent="-228600" defTabSz="914400">
              <a:lnSpc>
                <a:spcPct val="14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1400" spc="-1" strike="noStrike">
                <a:solidFill>
                  <a:schemeClr val="dk1"/>
                </a:solidFill>
                <a:latin typeface="Poppins Light"/>
              </a:rPr>
              <a:t>Vote Integrity          </a:t>
            </a:r>
            <a:endParaRPr b="0" lang="en-US" sz="1400" spc="-1" strike="noStrike">
              <a:solidFill>
                <a:schemeClr val="dk1"/>
              </a:solidFill>
              <a:latin typeface="Poppins Light"/>
            </a:endParaRPr>
          </a:p>
          <a:p>
            <a:pPr lvl="1" marL="457200" indent="-228600" defTabSz="914400">
              <a:lnSpc>
                <a:spcPct val="14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1200" spc="-1" strike="noStrike">
                <a:solidFill>
                  <a:schemeClr val="dk1"/>
                </a:solidFill>
                <a:latin typeface="Poppins Light"/>
              </a:rPr>
              <a:t>Immutable ballots · SHA-256 hash chain audit log</a:t>
            </a:r>
            <a:endParaRPr b="0" lang="en-US" sz="1200" spc="-1" strike="noStrike">
              <a:solidFill>
                <a:schemeClr val="dk1"/>
              </a:solidFill>
              <a:latin typeface="Poppins Light"/>
            </a:endParaRPr>
          </a:p>
          <a:p>
            <a:pPr marL="228600" indent="-228600" defTabSz="914400">
              <a:lnSpc>
                <a:spcPct val="14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1400" spc="-1" strike="noStrike">
                <a:solidFill>
                  <a:schemeClr val="dk1"/>
                </a:solidFill>
                <a:latin typeface="Poppins Light"/>
              </a:rPr>
              <a:t>Double-Vote Prevention  </a:t>
            </a:r>
            <a:endParaRPr b="0" lang="en-US" sz="1400" spc="-1" strike="noStrike">
              <a:solidFill>
                <a:schemeClr val="dk1"/>
              </a:solidFill>
              <a:latin typeface="Poppins Light"/>
            </a:endParaRPr>
          </a:p>
          <a:p>
            <a:pPr lvl="1" marL="457200" indent="-228600" defTabSz="914400">
              <a:lnSpc>
                <a:spcPct val="14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1200" spc="-1" strike="noStrike">
                <a:solidFill>
                  <a:schemeClr val="dk1"/>
                </a:solidFill>
                <a:latin typeface="Poppins Light"/>
              </a:rPr>
              <a:t>UNIQUE constraint on ballot token · rejected on resubmission</a:t>
            </a:r>
            <a:endParaRPr b="0" lang="en-US" sz="1200" spc="-1" strike="noStrike">
              <a:solidFill>
                <a:schemeClr val="dk1"/>
              </a:solidFill>
              <a:latin typeface="Poppins Light"/>
            </a:endParaRPr>
          </a:p>
          <a:p>
            <a:pPr marL="228600" indent="-228600" defTabSz="914400">
              <a:lnSpc>
                <a:spcPct val="14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1400" spc="-1" strike="noStrike">
                <a:solidFill>
                  <a:schemeClr val="dk1"/>
                </a:solidFill>
                <a:latin typeface="Poppins Light"/>
              </a:rPr>
              <a:t>Least Privilege         </a:t>
            </a:r>
            <a:endParaRPr b="0" lang="en-US" sz="1400" spc="-1" strike="noStrike">
              <a:solidFill>
                <a:schemeClr val="dk1"/>
              </a:solidFill>
              <a:latin typeface="Poppins Light"/>
            </a:endParaRPr>
          </a:p>
          <a:p>
            <a:pPr lvl="1" marL="457200" indent="-228600" defTabSz="914400">
              <a:lnSpc>
                <a:spcPct val="14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1200" spc="-1" strike="noStrike">
                <a:solidFill>
                  <a:schemeClr val="dk1"/>
                </a:solidFill>
                <a:latin typeface="Poppins Light"/>
              </a:rPr>
              <a:t>Per-service PostgreSQL users · each service sees only its data</a:t>
            </a:r>
            <a:endParaRPr b="0" lang="en-US" sz="1200" spc="-1" strike="noStrike">
              <a:solidFill>
                <a:schemeClr val="dk1"/>
              </a:solidFill>
              <a:latin typeface="Poppins Light"/>
            </a:endParaRPr>
          </a:p>
          <a:p>
            <a:pPr marL="228600" indent="-228600" defTabSz="914400">
              <a:lnSpc>
                <a:spcPct val="14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1400" spc="-1" strike="noStrike">
                <a:solidFill>
                  <a:schemeClr val="dk1"/>
                </a:solidFill>
                <a:latin typeface="Poppins Light"/>
              </a:rPr>
              <a:t>Network Isolation       </a:t>
            </a:r>
            <a:endParaRPr b="0" lang="en-US" sz="1400" spc="-1" strike="noStrike">
              <a:solidFill>
                <a:schemeClr val="dk1"/>
              </a:solidFill>
              <a:latin typeface="Poppins Light"/>
            </a:endParaRPr>
          </a:p>
          <a:p>
            <a:pPr lvl="1" marL="457200" indent="-228600" defTabSz="914400">
              <a:lnSpc>
                <a:spcPct val="14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1200" spc="-1" strike="noStrike">
                <a:solidFill>
                  <a:schemeClr val="dk1"/>
                </a:solidFill>
                <a:latin typeface="Poppins Light"/>
              </a:rPr>
              <a:t>Calico zero-trust · default-deny · explicit allow per service pair</a:t>
            </a:r>
            <a:endParaRPr b="0" lang="en-US" sz="1200" spc="-1" strike="noStrike">
              <a:solidFill>
                <a:schemeClr val="dk1"/>
              </a:solidFill>
              <a:latin typeface="Poppins Light"/>
            </a:endParaRPr>
          </a:p>
        </p:txBody>
      </p:sp>
      <p:sp>
        <p:nvSpPr>
          <p:cNvPr id="377" name="TextBox 6"/>
          <p:cNvSpPr/>
          <p:nvPr/>
        </p:nvSpPr>
        <p:spPr>
          <a:xfrm>
            <a:off x="873720" y="6118560"/>
            <a:ext cx="363276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900" spc="-1" strike="noStrike" u="sng">
                <a:solidFill>
                  <a:schemeClr val="dk1"/>
                </a:solidFill>
                <a:uFillTx/>
                <a:latin typeface="Poppins Light"/>
                <a:hlinkClick r:id="rId2"/>
              </a:rPr>
              <a:t>This Photo</a:t>
            </a:r>
            <a:r>
              <a:rPr b="0" lang="en-GB" sz="900" spc="-1" strike="noStrike">
                <a:solidFill>
                  <a:schemeClr val="dk1"/>
                </a:solidFill>
                <a:latin typeface="Poppins Light"/>
              </a:rPr>
              <a:t> by Unknown Author is licensed under </a:t>
            </a:r>
            <a:r>
              <a:rPr b="0" lang="en-GB" sz="900" spc="-1" strike="noStrike" u="sng">
                <a:solidFill>
                  <a:schemeClr val="dk1"/>
                </a:solidFill>
                <a:uFillTx/>
                <a:latin typeface="Poppins Light"/>
                <a:hlinkClick r:id="rId3"/>
              </a:rPr>
              <a:t>CC BY-SA</a:t>
            </a:r>
            <a:endParaRPr b="0" lang="en-IE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Gradient Circle">
  <a:themeElements>
    <a:clrScheme name="Custom 2">
      <a:dk1>
        <a:srgbClr val="000000"/>
      </a:dk1>
      <a:lt1>
        <a:srgbClr val="ffffff"/>
      </a:lt1>
      <a:dk2>
        <a:srgbClr val="2c3932"/>
      </a:dk2>
      <a:lt2>
        <a:srgbClr val="fdf6ea"/>
      </a:lt2>
      <a:accent1>
        <a:srgbClr val="f0d4db"/>
      </a:accent1>
      <a:accent2>
        <a:srgbClr val="dbe7f5"/>
      </a:accent2>
      <a:accent3>
        <a:srgbClr val="c9e2d6"/>
      </a:accent3>
      <a:accent4>
        <a:srgbClr val="babad6"/>
      </a:accent4>
      <a:accent5>
        <a:srgbClr val="f0d2bf"/>
      </a:accent5>
      <a:accent6>
        <a:srgbClr val="f3e49a"/>
      </a:accent6>
      <a:hlink>
        <a:srgbClr val="7030a0"/>
      </a:hlink>
      <a:folHlink>
        <a:srgbClr val="107573"/>
      </a:folHlink>
    </a:clrScheme>
    <a:fontScheme name="Custom 10">
      <a:majorFont>
        <a:latin typeface="Lora" pitchFamily="0" charset="1"/>
        <a:ea typeface=""/>
        <a:cs typeface=""/>
      </a:majorFont>
      <a:minorFont>
        <a:latin typeface="Poppins Ligh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radient Circle">
  <a:themeElements>
    <a:clrScheme name="Custom 2">
      <a:dk1>
        <a:srgbClr val="000000"/>
      </a:dk1>
      <a:lt1>
        <a:srgbClr val="ffffff"/>
      </a:lt1>
      <a:dk2>
        <a:srgbClr val="2c3932"/>
      </a:dk2>
      <a:lt2>
        <a:srgbClr val="fdf6ea"/>
      </a:lt2>
      <a:accent1>
        <a:srgbClr val="f0d4db"/>
      </a:accent1>
      <a:accent2>
        <a:srgbClr val="dbe7f5"/>
      </a:accent2>
      <a:accent3>
        <a:srgbClr val="c9e2d6"/>
      </a:accent3>
      <a:accent4>
        <a:srgbClr val="babad6"/>
      </a:accent4>
      <a:accent5>
        <a:srgbClr val="f0d2bf"/>
      </a:accent5>
      <a:accent6>
        <a:srgbClr val="f3e49a"/>
      </a:accent6>
      <a:hlink>
        <a:srgbClr val="7030a0"/>
      </a:hlink>
      <a:folHlink>
        <a:srgbClr val="107573"/>
      </a:folHlink>
    </a:clrScheme>
    <a:fontScheme name="Custom 10">
      <a:majorFont>
        <a:latin typeface="Lora" pitchFamily="0" charset="1"/>
        <a:ea typeface=""/>
        <a:cs typeface=""/>
      </a:majorFont>
      <a:minorFont>
        <a:latin typeface="Poppins Ligh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Gradient Circle">
  <a:themeElements>
    <a:clrScheme name="Custom 2">
      <a:dk1>
        <a:srgbClr val="000000"/>
      </a:dk1>
      <a:lt1>
        <a:srgbClr val="ffffff"/>
      </a:lt1>
      <a:dk2>
        <a:srgbClr val="2c3932"/>
      </a:dk2>
      <a:lt2>
        <a:srgbClr val="fdf6ea"/>
      </a:lt2>
      <a:accent1>
        <a:srgbClr val="f0d4db"/>
      </a:accent1>
      <a:accent2>
        <a:srgbClr val="dbe7f5"/>
      </a:accent2>
      <a:accent3>
        <a:srgbClr val="c9e2d6"/>
      </a:accent3>
      <a:accent4>
        <a:srgbClr val="babad6"/>
      </a:accent4>
      <a:accent5>
        <a:srgbClr val="f0d2bf"/>
      </a:accent5>
      <a:accent6>
        <a:srgbClr val="f3e49a"/>
      </a:accent6>
      <a:hlink>
        <a:srgbClr val="7030a0"/>
      </a:hlink>
      <a:folHlink>
        <a:srgbClr val="107573"/>
      </a:folHlink>
    </a:clrScheme>
    <a:fontScheme name="Custom 10">
      <a:majorFont>
        <a:latin typeface="Lora" pitchFamily="0" charset="1"/>
        <a:ea typeface=""/>
        <a:cs typeface=""/>
      </a:majorFont>
      <a:minorFont>
        <a:latin typeface="Poppins Ligh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Gradient Circle">
  <a:themeElements>
    <a:clrScheme name="Custom 2">
      <a:dk1>
        <a:srgbClr val="000000"/>
      </a:dk1>
      <a:lt1>
        <a:srgbClr val="ffffff"/>
      </a:lt1>
      <a:dk2>
        <a:srgbClr val="2c3932"/>
      </a:dk2>
      <a:lt2>
        <a:srgbClr val="fdf6ea"/>
      </a:lt2>
      <a:accent1>
        <a:srgbClr val="f0d4db"/>
      </a:accent1>
      <a:accent2>
        <a:srgbClr val="dbe7f5"/>
      </a:accent2>
      <a:accent3>
        <a:srgbClr val="c9e2d6"/>
      </a:accent3>
      <a:accent4>
        <a:srgbClr val="babad6"/>
      </a:accent4>
      <a:accent5>
        <a:srgbClr val="f0d2bf"/>
      </a:accent5>
      <a:accent6>
        <a:srgbClr val="f3e49a"/>
      </a:accent6>
      <a:hlink>
        <a:srgbClr val="7030a0"/>
      </a:hlink>
      <a:folHlink>
        <a:srgbClr val="107573"/>
      </a:folHlink>
    </a:clrScheme>
    <a:fontScheme name="Custom 10">
      <a:majorFont>
        <a:latin typeface="Lora" pitchFamily="0" charset="1"/>
        <a:ea typeface=""/>
        <a:cs typeface=""/>
      </a:majorFont>
      <a:minorFont>
        <a:latin typeface="Poppins Ligh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Gradient Circle">
  <a:themeElements>
    <a:clrScheme name="Custom 2">
      <a:dk1>
        <a:srgbClr val="000000"/>
      </a:dk1>
      <a:lt1>
        <a:srgbClr val="ffffff"/>
      </a:lt1>
      <a:dk2>
        <a:srgbClr val="2c3932"/>
      </a:dk2>
      <a:lt2>
        <a:srgbClr val="fdf6ea"/>
      </a:lt2>
      <a:accent1>
        <a:srgbClr val="f0d4db"/>
      </a:accent1>
      <a:accent2>
        <a:srgbClr val="dbe7f5"/>
      </a:accent2>
      <a:accent3>
        <a:srgbClr val="c9e2d6"/>
      </a:accent3>
      <a:accent4>
        <a:srgbClr val="babad6"/>
      </a:accent4>
      <a:accent5>
        <a:srgbClr val="f0d2bf"/>
      </a:accent5>
      <a:accent6>
        <a:srgbClr val="f3e49a"/>
      </a:accent6>
      <a:hlink>
        <a:srgbClr val="7030a0"/>
      </a:hlink>
      <a:folHlink>
        <a:srgbClr val="107573"/>
      </a:folHlink>
    </a:clrScheme>
    <a:fontScheme name="Custom 10">
      <a:majorFont>
        <a:latin typeface="Lora" pitchFamily="0" charset="1"/>
        <a:ea typeface=""/>
        <a:cs typeface=""/>
      </a:majorFont>
      <a:minorFont>
        <a:latin typeface="Poppins Ligh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Gradient Circle">
  <a:themeElements>
    <a:clrScheme name="Custom 2">
      <a:dk1>
        <a:srgbClr val="000000"/>
      </a:dk1>
      <a:lt1>
        <a:srgbClr val="ffffff"/>
      </a:lt1>
      <a:dk2>
        <a:srgbClr val="2c3932"/>
      </a:dk2>
      <a:lt2>
        <a:srgbClr val="fdf6ea"/>
      </a:lt2>
      <a:accent1>
        <a:srgbClr val="f0d4db"/>
      </a:accent1>
      <a:accent2>
        <a:srgbClr val="dbe7f5"/>
      </a:accent2>
      <a:accent3>
        <a:srgbClr val="c9e2d6"/>
      </a:accent3>
      <a:accent4>
        <a:srgbClr val="babad6"/>
      </a:accent4>
      <a:accent5>
        <a:srgbClr val="f0d2bf"/>
      </a:accent5>
      <a:accent6>
        <a:srgbClr val="f3e49a"/>
      </a:accent6>
      <a:hlink>
        <a:srgbClr val="7030a0"/>
      </a:hlink>
      <a:folHlink>
        <a:srgbClr val="107573"/>
      </a:folHlink>
    </a:clrScheme>
    <a:fontScheme name="Custom 10">
      <a:majorFont>
        <a:latin typeface="Lora" pitchFamily="0" charset="1"/>
        <a:ea typeface=""/>
        <a:cs typeface=""/>
      </a:majorFont>
      <a:minorFont>
        <a:latin typeface="Poppins Ligh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Gradient Circle">
  <a:themeElements>
    <a:clrScheme name="Custom 2">
      <a:dk1>
        <a:srgbClr val="000000"/>
      </a:dk1>
      <a:lt1>
        <a:srgbClr val="ffffff"/>
      </a:lt1>
      <a:dk2>
        <a:srgbClr val="2c3932"/>
      </a:dk2>
      <a:lt2>
        <a:srgbClr val="fdf6ea"/>
      </a:lt2>
      <a:accent1>
        <a:srgbClr val="f0d4db"/>
      </a:accent1>
      <a:accent2>
        <a:srgbClr val="dbe7f5"/>
      </a:accent2>
      <a:accent3>
        <a:srgbClr val="c9e2d6"/>
      </a:accent3>
      <a:accent4>
        <a:srgbClr val="babad6"/>
      </a:accent4>
      <a:accent5>
        <a:srgbClr val="f0d2bf"/>
      </a:accent5>
      <a:accent6>
        <a:srgbClr val="f3e49a"/>
      </a:accent6>
      <a:hlink>
        <a:srgbClr val="7030a0"/>
      </a:hlink>
      <a:folHlink>
        <a:srgbClr val="107573"/>
      </a:folHlink>
    </a:clrScheme>
    <a:fontScheme name="Custom 10">
      <a:majorFont>
        <a:latin typeface="Lora" pitchFamily="0" charset="1"/>
        <a:ea typeface=""/>
        <a:cs typeface=""/>
      </a:majorFont>
      <a:minorFont>
        <a:latin typeface="Poppins Ligh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Gradient Circle">
  <a:themeElements>
    <a:clrScheme name="Custom 2">
      <a:dk1>
        <a:srgbClr val="000000"/>
      </a:dk1>
      <a:lt1>
        <a:srgbClr val="ffffff"/>
      </a:lt1>
      <a:dk2>
        <a:srgbClr val="2c3932"/>
      </a:dk2>
      <a:lt2>
        <a:srgbClr val="fdf6ea"/>
      </a:lt2>
      <a:accent1>
        <a:srgbClr val="f0d4db"/>
      </a:accent1>
      <a:accent2>
        <a:srgbClr val="dbe7f5"/>
      </a:accent2>
      <a:accent3>
        <a:srgbClr val="c9e2d6"/>
      </a:accent3>
      <a:accent4>
        <a:srgbClr val="babad6"/>
      </a:accent4>
      <a:accent5>
        <a:srgbClr val="f0d2bf"/>
      </a:accent5>
      <a:accent6>
        <a:srgbClr val="f3e49a"/>
      </a:accent6>
      <a:hlink>
        <a:srgbClr val="7030a0"/>
      </a:hlink>
      <a:folHlink>
        <a:srgbClr val="107573"/>
      </a:folHlink>
    </a:clrScheme>
    <a:fontScheme name="Custom 10">
      <a:majorFont>
        <a:latin typeface="Lora" pitchFamily="0" charset="1"/>
        <a:ea typeface=""/>
        <a:cs typeface=""/>
      </a:majorFont>
      <a:minorFont>
        <a:latin typeface="Poppins Ligh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Gradient Circle">
  <a:themeElements>
    <a:clrScheme name="Custom 2">
      <a:dk1>
        <a:srgbClr val="000000"/>
      </a:dk1>
      <a:lt1>
        <a:srgbClr val="ffffff"/>
      </a:lt1>
      <a:dk2>
        <a:srgbClr val="2c3932"/>
      </a:dk2>
      <a:lt2>
        <a:srgbClr val="fdf6ea"/>
      </a:lt2>
      <a:accent1>
        <a:srgbClr val="f0d4db"/>
      </a:accent1>
      <a:accent2>
        <a:srgbClr val="dbe7f5"/>
      </a:accent2>
      <a:accent3>
        <a:srgbClr val="c9e2d6"/>
      </a:accent3>
      <a:accent4>
        <a:srgbClr val="babad6"/>
      </a:accent4>
      <a:accent5>
        <a:srgbClr val="f0d2bf"/>
      </a:accent5>
      <a:accent6>
        <a:srgbClr val="f3e49a"/>
      </a:accent6>
      <a:hlink>
        <a:srgbClr val="7030a0"/>
      </a:hlink>
      <a:folHlink>
        <a:srgbClr val="107573"/>
      </a:folHlink>
    </a:clrScheme>
    <a:fontScheme name="Custom 10">
      <a:majorFont>
        <a:latin typeface="Lora" pitchFamily="0" charset="1"/>
        <a:ea typeface=""/>
        <a:cs typeface=""/>
      </a:majorFont>
      <a:minorFont>
        <a:latin typeface="Poppins Ligh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Gradient Circle">
  <a:themeElements>
    <a:clrScheme name="Custom 2">
      <a:dk1>
        <a:srgbClr val="000000"/>
      </a:dk1>
      <a:lt1>
        <a:srgbClr val="ffffff"/>
      </a:lt1>
      <a:dk2>
        <a:srgbClr val="2c3932"/>
      </a:dk2>
      <a:lt2>
        <a:srgbClr val="fdf6ea"/>
      </a:lt2>
      <a:accent1>
        <a:srgbClr val="f0d4db"/>
      </a:accent1>
      <a:accent2>
        <a:srgbClr val="dbe7f5"/>
      </a:accent2>
      <a:accent3>
        <a:srgbClr val="c9e2d6"/>
      </a:accent3>
      <a:accent4>
        <a:srgbClr val="babad6"/>
      </a:accent4>
      <a:accent5>
        <a:srgbClr val="f0d2bf"/>
      </a:accent5>
      <a:accent6>
        <a:srgbClr val="f3e49a"/>
      </a:accent6>
      <a:hlink>
        <a:srgbClr val="7030a0"/>
      </a:hlink>
      <a:folHlink>
        <a:srgbClr val="107573"/>
      </a:folHlink>
    </a:clrScheme>
    <a:fontScheme name="Custom 10">
      <a:majorFont>
        <a:latin typeface="Lora" pitchFamily="0" charset="1"/>
        <a:ea typeface=""/>
        <a:cs typeface=""/>
      </a:majorFont>
      <a:minorFont>
        <a:latin typeface="Poppins Ligh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Gradient Circle">
  <a:themeElements>
    <a:clrScheme name="Custom 2">
      <a:dk1>
        <a:srgbClr val="000000"/>
      </a:dk1>
      <a:lt1>
        <a:srgbClr val="ffffff"/>
      </a:lt1>
      <a:dk2>
        <a:srgbClr val="2c3932"/>
      </a:dk2>
      <a:lt2>
        <a:srgbClr val="fdf6ea"/>
      </a:lt2>
      <a:accent1>
        <a:srgbClr val="f0d4db"/>
      </a:accent1>
      <a:accent2>
        <a:srgbClr val="dbe7f5"/>
      </a:accent2>
      <a:accent3>
        <a:srgbClr val="c9e2d6"/>
      </a:accent3>
      <a:accent4>
        <a:srgbClr val="babad6"/>
      </a:accent4>
      <a:accent5>
        <a:srgbClr val="f0d2bf"/>
      </a:accent5>
      <a:accent6>
        <a:srgbClr val="f3e49a"/>
      </a:accent6>
      <a:hlink>
        <a:srgbClr val="7030a0"/>
      </a:hlink>
      <a:folHlink>
        <a:srgbClr val="107573"/>
      </a:folHlink>
    </a:clrScheme>
    <a:fontScheme name="Custom 10">
      <a:majorFont>
        <a:latin typeface="Lora" pitchFamily="0" charset="1"/>
        <a:ea typeface=""/>
        <a:cs typeface=""/>
      </a:majorFont>
      <a:minorFont>
        <a:latin typeface="Poppins Ligh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Gradient Circle">
  <a:themeElements>
    <a:clrScheme name="Custom 2">
      <a:dk1>
        <a:srgbClr val="000000"/>
      </a:dk1>
      <a:lt1>
        <a:srgbClr val="ffffff"/>
      </a:lt1>
      <a:dk2>
        <a:srgbClr val="2c3932"/>
      </a:dk2>
      <a:lt2>
        <a:srgbClr val="fdf6ea"/>
      </a:lt2>
      <a:accent1>
        <a:srgbClr val="f0d4db"/>
      </a:accent1>
      <a:accent2>
        <a:srgbClr val="dbe7f5"/>
      </a:accent2>
      <a:accent3>
        <a:srgbClr val="c9e2d6"/>
      </a:accent3>
      <a:accent4>
        <a:srgbClr val="babad6"/>
      </a:accent4>
      <a:accent5>
        <a:srgbClr val="f0d2bf"/>
      </a:accent5>
      <a:accent6>
        <a:srgbClr val="f3e49a"/>
      </a:accent6>
      <a:hlink>
        <a:srgbClr val="7030a0"/>
      </a:hlink>
      <a:folHlink>
        <a:srgbClr val="107573"/>
      </a:folHlink>
    </a:clrScheme>
    <a:fontScheme name="Custom 10">
      <a:majorFont>
        <a:latin typeface="Lora" pitchFamily="0" charset="1"/>
        <a:ea typeface=""/>
        <a:cs typeface=""/>
      </a:majorFont>
      <a:minorFont>
        <a:latin typeface="Poppins Ligh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Gradient Circle">
  <a:themeElements>
    <a:clrScheme name="Custom 2">
      <a:dk1>
        <a:srgbClr val="000000"/>
      </a:dk1>
      <a:lt1>
        <a:srgbClr val="ffffff"/>
      </a:lt1>
      <a:dk2>
        <a:srgbClr val="2c3932"/>
      </a:dk2>
      <a:lt2>
        <a:srgbClr val="fdf6ea"/>
      </a:lt2>
      <a:accent1>
        <a:srgbClr val="f0d4db"/>
      </a:accent1>
      <a:accent2>
        <a:srgbClr val="dbe7f5"/>
      </a:accent2>
      <a:accent3>
        <a:srgbClr val="c9e2d6"/>
      </a:accent3>
      <a:accent4>
        <a:srgbClr val="babad6"/>
      </a:accent4>
      <a:accent5>
        <a:srgbClr val="f0d2bf"/>
      </a:accent5>
      <a:accent6>
        <a:srgbClr val="f3e49a"/>
      </a:accent6>
      <a:hlink>
        <a:srgbClr val="7030a0"/>
      </a:hlink>
      <a:folHlink>
        <a:srgbClr val="107573"/>
      </a:folHlink>
    </a:clrScheme>
    <a:fontScheme name="Custom 10">
      <a:majorFont>
        <a:latin typeface="Lora" pitchFamily="0" charset="1"/>
        <a:ea typeface=""/>
        <a:cs typeface=""/>
      </a:majorFont>
      <a:minorFont>
        <a:latin typeface="Poppins Ligh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Gradient Circle">
  <a:themeElements>
    <a:clrScheme name="Custom 2">
      <a:dk1>
        <a:srgbClr val="000000"/>
      </a:dk1>
      <a:lt1>
        <a:srgbClr val="ffffff"/>
      </a:lt1>
      <a:dk2>
        <a:srgbClr val="2c3932"/>
      </a:dk2>
      <a:lt2>
        <a:srgbClr val="fdf6ea"/>
      </a:lt2>
      <a:accent1>
        <a:srgbClr val="f0d4db"/>
      </a:accent1>
      <a:accent2>
        <a:srgbClr val="dbe7f5"/>
      </a:accent2>
      <a:accent3>
        <a:srgbClr val="c9e2d6"/>
      </a:accent3>
      <a:accent4>
        <a:srgbClr val="babad6"/>
      </a:accent4>
      <a:accent5>
        <a:srgbClr val="f0d2bf"/>
      </a:accent5>
      <a:accent6>
        <a:srgbClr val="f3e49a"/>
      </a:accent6>
      <a:hlink>
        <a:srgbClr val="7030a0"/>
      </a:hlink>
      <a:folHlink>
        <a:srgbClr val="107573"/>
      </a:folHlink>
    </a:clrScheme>
    <a:fontScheme name="Custom 10">
      <a:majorFont>
        <a:latin typeface="Lora" pitchFamily="0" charset="1"/>
        <a:ea typeface=""/>
        <a:cs typeface=""/>
      </a:majorFont>
      <a:minorFont>
        <a:latin typeface="Poppins Ligh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Gradient Circle">
  <a:themeElements>
    <a:clrScheme name="Custom 2">
      <a:dk1>
        <a:srgbClr val="000000"/>
      </a:dk1>
      <a:lt1>
        <a:srgbClr val="ffffff"/>
      </a:lt1>
      <a:dk2>
        <a:srgbClr val="2c3932"/>
      </a:dk2>
      <a:lt2>
        <a:srgbClr val="fdf6ea"/>
      </a:lt2>
      <a:accent1>
        <a:srgbClr val="f0d4db"/>
      </a:accent1>
      <a:accent2>
        <a:srgbClr val="dbe7f5"/>
      </a:accent2>
      <a:accent3>
        <a:srgbClr val="c9e2d6"/>
      </a:accent3>
      <a:accent4>
        <a:srgbClr val="babad6"/>
      </a:accent4>
      <a:accent5>
        <a:srgbClr val="f0d2bf"/>
      </a:accent5>
      <a:accent6>
        <a:srgbClr val="f3e49a"/>
      </a:accent6>
      <a:hlink>
        <a:srgbClr val="7030a0"/>
      </a:hlink>
      <a:folHlink>
        <a:srgbClr val="107573"/>
      </a:folHlink>
    </a:clrScheme>
    <a:fontScheme name="Custom 10">
      <a:majorFont>
        <a:latin typeface="Lora" pitchFamily="0" charset="1"/>
        <a:ea typeface=""/>
        <a:cs typeface=""/>
      </a:majorFont>
      <a:minorFont>
        <a:latin typeface="Poppins Ligh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Gradient Circle">
  <a:themeElements>
    <a:clrScheme name="Custom 2">
      <a:dk1>
        <a:srgbClr val="000000"/>
      </a:dk1>
      <a:lt1>
        <a:srgbClr val="ffffff"/>
      </a:lt1>
      <a:dk2>
        <a:srgbClr val="2c3932"/>
      </a:dk2>
      <a:lt2>
        <a:srgbClr val="fdf6ea"/>
      </a:lt2>
      <a:accent1>
        <a:srgbClr val="f0d4db"/>
      </a:accent1>
      <a:accent2>
        <a:srgbClr val="dbe7f5"/>
      </a:accent2>
      <a:accent3>
        <a:srgbClr val="c9e2d6"/>
      </a:accent3>
      <a:accent4>
        <a:srgbClr val="babad6"/>
      </a:accent4>
      <a:accent5>
        <a:srgbClr val="f0d2bf"/>
      </a:accent5>
      <a:accent6>
        <a:srgbClr val="f3e49a"/>
      </a:accent6>
      <a:hlink>
        <a:srgbClr val="7030a0"/>
      </a:hlink>
      <a:folHlink>
        <a:srgbClr val="107573"/>
      </a:folHlink>
    </a:clrScheme>
    <a:fontScheme name="Custom 10">
      <a:majorFont>
        <a:latin typeface="Lora" pitchFamily="0" charset="1"/>
        <a:ea typeface=""/>
        <a:cs typeface=""/>
      </a:majorFont>
      <a:minorFont>
        <a:latin typeface="Poppins Ligh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Gradient Circle">
  <a:themeElements>
    <a:clrScheme name="Custom 2">
      <a:dk1>
        <a:srgbClr val="000000"/>
      </a:dk1>
      <a:lt1>
        <a:srgbClr val="ffffff"/>
      </a:lt1>
      <a:dk2>
        <a:srgbClr val="2c3932"/>
      </a:dk2>
      <a:lt2>
        <a:srgbClr val="fdf6ea"/>
      </a:lt2>
      <a:accent1>
        <a:srgbClr val="f0d4db"/>
      </a:accent1>
      <a:accent2>
        <a:srgbClr val="dbe7f5"/>
      </a:accent2>
      <a:accent3>
        <a:srgbClr val="c9e2d6"/>
      </a:accent3>
      <a:accent4>
        <a:srgbClr val="babad6"/>
      </a:accent4>
      <a:accent5>
        <a:srgbClr val="f0d2bf"/>
      </a:accent5>
      <a:accent6>
        <a:srgbClr val="f3e49a"/>
      </a:accent6>
      <a:hlink>
        <a:srgbClr val="7030a0"/>
      </a:hlink>
      <a:folHlink>
        <a:srgbClr val="107573"/>
      </a:folHlink>
    </a:clrScheme>
    <a:fontScheme name="Custom 10">
      <a:majorFont>
        <a:latin typeface="Lora" pitchFamily="0" charset="1"/>
        <a:ea typeface=""/>
        <a:cs typeface=""/>
      </a:majorFont>
      <a:minorFont>
        <a:latin typeface="Poppins Ligh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Gradient Circle">
  <a:themeElements>
    <a:clrScheme name="Custom 2">
      <a:dk1>
        <a:srgbClr val="000000"/>
      </a:dk1>
      <a:lt1>
        <a:srgbClr val="ffffff"/>
      </a:lt1>
      <a:dk2>
        <a:srgbClr val="2c3932"/>
      </a:dk2>
      <a:lt2>
        <a:srgbClr val="fdf6ea"/>
      </a:lt2>
      <a:accent1>
        <a:srgbClr val="f0d4db"/>
      </a:accent1>
      <a:accent2>
        <a:srgbClr val="dbe7f5"/>
      </a:accent2>
      <a:accent3>
        <a:srgbClr val="c9e2d6"/>
      </a:accent3>
      <a:accent4>
        <a:srgbClr val="babad6"/>
      </a:accent4>
      <a:accent5>
        <a:srgbClr val="f0d2bf"/>
      </a:accent5>
      <a:accent6>
        <a:srgbClr val="f3e49a"/>
      </a:accent6>
      <a:hlink>
        <a:srgbClr val="7030a0"/>
      </a:hlink>
      <a:folHlink>
        <a:srgbClr val="107573"/>
      </a:folHlink>
    </a:clrScheme>
    <a:fontScheme name="Custom 10">
      <a:majorFont>
        <a:latin typeface="Lora" pitchFamily="0" charset="1"/>
        <a:ea typeface=""/>
        <a:cs typeface=""/>
      </a:majorFont>
      <a:minorFont>
        <a:latin typeface="Poppins Ligh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Gradient Circle">
  <a:themeElements>
    <a:clrScheme name="Custom 2">
      <a:dk1>
        <a:srgbClr val="000000"/>
      </a:dk1>
      <a:lt1>
        <a:srgbClr val="ffffff"/>
      </a:lt1>
      <a:dk2>
        <a:srgbClr val="2c3932"/>
      </a:dk2>
      <a:lt2>
        <a:srgbClr val="fdf6ea"/>
      </a:lt2>
      <a:accent1>
        <a:srgbClr val="f0d4db"/>
      </a:accent1>
      <a:accent2>
        <a:srgbClr val="dbe7f5"/>
      </a:accent2>
      <a:accent3>
        <a:srgbClr val="c9e2d6"/>
      </a:accent3>
      <a:accent4>
        <a:srgbClr val="babad6"/>
      </a:accent4>
      <a:accent5>
        <a:srgbClr val="f0d2bf"/>
      </a:accent5>
      <a:accent6>
        <a:srgbClr val="f3e49a"/>
      </a:accent6>
      <a:hlink>
        <a:srgbClr val="7030a0"/>
      </a:hlink>
      <a:folHlink>
        <a:srgbClr val="107573"/>
      </a:folHlink>
    </a:clrScheme>
    <a:fontScheme name="Custom 10">
      <a:majorFont>
        <a:latin typeface="Lora" pitchFamily="0" charset="1"/>
        <a:ea typeface=""/>
        <a:cs typeface=""/>
      </a:majorFont>
      <a:minorFont>
        <a:latin typeface="Poppins Ligh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Gradient Circle">
  <a:themeElements>
    <a:clrScheme name="Custom 2">
      <a:dk1>
        <a:srgbClr val="000000"/>
      </a:dk1>
      <a:lt1>
        <a:srgbClr val="ffffff"/>
      </a:lt1>
      <a:dk2>
        <a:srgbClr val="2c3932"/>
      </a:dk2>
      <a:lt2>
        <a:srgbClr val="fdf6ea"/>
      </a:lt2>
      <a:accent1>
        <a:srgbClr val="f0d4db"/>
      </a:accent1>
      <a:accent2>
        <a:srgbClr val="dbe7f5"/>
      </a:accent2>
      <a:accent3>
        <a:srgbClr val="c9e2d6"/>
      </a:accent3>
      <a:accent4>
        <a:srgbClr val="babad6"/>
      </a:accent4>
      <a:accent5>
        <a:srgbClr val="f0d2bf"/>
      </a:accent5>
      <a:accent6>
        <a:srgbClr val="f3e49a"/>
      </a:accent6>
      <a:hlink>
        <a:srgbClr val="7030a0"/>
      </a:hlink>
      <a:folHlink>
        <a:srgbClr val="107573"/>
      </a:folHlink>
    </a:clrScheme>
    <a:fontScheme name="Custom 10">
      <a:majorFont>
        <a:latin typeface="Lora" pitchFamily="0" charset="1"/>
        <a:ea typeface=""/>
        <a:cs typeface=""/>
      </a:majorFont>
      <a:minorFont>
        <a:latin typeface="Poppins Ligh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1.xml><?xml version="1.0" encoding="utf-8"?>
<a:theme xmlns:a="http://schemas.openxmlformats.org/drawingml/2006/main" xmlns:r="http://schemas.openxmlformats.org/officeDocument/2006/relationships" name="Gradient Circle">
  <a:themeElements>
    <a:clrScheme name="Custom 2">
      <a:dk1>
        <a:srgbClr val="000000"/>
      </a:dk1>
      <a:lt1>
        <a:srgbClr val="ffffff"/>
      </a:lt1>
      <a:dk2>
        <a:srgbClr val="2c3932"/>
      </a:dk2>
      <a:lt2>
        <a:srgbClr val="fdf6ea"/>
      </a:lt2>
      <a:accent1>
        <a:srgbClr val="f0d4db"/>
      </a:accent1>
      <a:accent2>
        <a:srgbClr val="dbe7f5"/>
      </a:accent2>
      <a:accent3>
        <a:srgbClr val="c9e2d6"/>
      </a:accent3>
      <a:accent4>
        <a:srgbClr val="babad6"/>
      </a:accent4>
      <a:accent5>
        <a:srgbClr val="f0d2bf"/>
      </a:accent5>
      <a:accent6>
        <a:srgbClr val="f3e49a"/>
      </a:accent6>
      <a:hlink>
        <a:srgbClr val="7030a0"/>
      </a:hlink>
      <a:folHlink>
        <a:srgbClr val="107573"/>
      </a:folHlink>
    </a:clrScheme>
    <a:fontScheme name="Custom 10">
      <a:majorFont>
        <a:latin typeface="Lora" pitchFamily="0" charset="1"/>
        <a:ea typeface=""/>
        <a:cs typeface=""/>
      </a:majorFont>
      <a:minorFont>
        <a:latin typeface="Poppins Ligh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2.xml><?xml version="1.0" encoding="utf-8"?>
<a:theme xmlns:a="http://schemas.openxmlformats.org/drawingml/2006/main" xmlns:r="http://schemas.openxmlformats.org/officeDocument/2006/relationships" name="Gradient Circle">
  <a:themeElements>
    <a:clrScheme name="Custom 2">
      <a:dk1>
        <a:srgbClr val="000000"/>
      </a:dk1>
      <a:lt1>
        <a:srgbClr val="ffffff"/>
      </a:lt1>
      <a:dk2>
        <a:srgbClr val="2c3932"/>
      </a:dk2>
      <a:lt2>
        <a:srgbClr val="fdf6ea"/>
      </a:lt2>
      <a:accent1>
        <a:srgbClr val="f0d4db"/>
      </a:accent1>
      <a:accent2>
        <a:srgbClr val="dbe7f5"/>
      </a:accent2>
      <a:accent3>
        <a:srgbClr val="c9e2d6"/>
      </a:accent3>
      <a:accent4>
        <a:srgbClr val="babad6"/>
      </a:accent4>
      <a:accent5>
        <a:srgbClr val="f0d2bf"/>
      </a:accent5>
      <a:accent6>
        <a:srgbClr val="f3e49a"/>
      </a:accent6>
      <a:hlink>
        <a:srgbClr val="7030a0"/>
      </a:hlink>
      <a:folHlink>
        <a:srgbClr val="107573"/>
      </a:folHlink>
    </a:clrScheme>
    <a:fontScheme name="Custom 10">
      <a:majorFont>
        <a:latin typeface="Lora" pitchFamily="0" charset="1"/>
        <a:ea typeface=""/>
        <a:cs typeface=""/>
      </a:majorFont>
      <a:minorFont>
        <a:latin typeface="Poppins Ligh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3.xml><?xml version="1.0" encoding="utf-8"?>
<a:theme xmlns:a="http://schemas.openxmlformats.org/drawingml/2006/main" xmlns:r="http://schemas.openxmlformats.org/officeDocument/2006/relationships" name="Gradient Circle">
  <a:themeElements>
    <a:clrScheme name="Custom 2">
      <a:dk1>
        <a:srgbClr val="000000"/>
      </a:dk1>
      <a:lt1>
        <a:srgbClr val="ffffff"/>
      </a:lt1>
      <a:dk2>
        <a:srgbClr val="2c3932"/>
      </a:dk2>
      <a:lt2>
        <a:srgbClr val="fdf6ea"/>
      </a:lt2>
      <a:accent1>
        <a:srgbClr val="f0d4db"/>
      </a:accent1>
      <a:accent2>
        <a:srgbClr val="dbe7f5"/>
      </a:accent2>
      <a:accent3>
        <a:srgbClr val="c9e2d6"/>
      </a:accent3>
      <a:accent4>
        <a:srgbClr val="babad6"/>
      </a:accent4>
      <a:accent5>
        <a:srgbClr val="f0d2bf"/>
      </a:accent5>
      <a:accent6>
        <a:srgbClr val="f3e49a"/>
      </a:accent6>
      <a:hlink>
        <a:srgbClr val="7030a0"/>
      </a:hlink>
      <a:folHlink>
        <a:srgbClr val="107573"/>
      </a:folHlink>
    </a:clrScheme>
    <a:fontScheme name="Custom 10">
      <a:majorFont>
        <a:latin typeface="Lora" pitchFamily="0" charset="1"/>
        <a:ea typeface=""/>
        <a:cs typeface=""/>
      </a:majorFont>
      <a:minorFont>
        <a:latin typeface="Poppins Ligh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4.xml><?xml version="1.0" encoding="utf-8"?>
<a:theme xmlns:a="http://schemas.openxmlformats.org/drawingml/2006/main" xmlns:r="http://schemas.openxmlformats.org/officeDocument/2006/relationships" name="Gradient Circle">
  <a:themeElements>
    <a:clrScheme name="Custom 2">
      <a:dk1>
        <a:srgbClr val="000000"/>
      </a:dk1>
      <a:lt1>
        <a:srgbClr val="ffffff"/>
      </a:lt1>
      <a:dk2>
        <a:srgbClr val="2c3932"/>
      </a:dk2>
      <a:lt2>
        <a:srgbClr val="fdf6ea"/>
      </a:lt2>
      <a:accent1>
        <a:srgbClr val="f0d4db"/>
      </a:accent1>
      <a:accent2>
        <a:srgbClr val="dbe7f5"/>
      </a:accent2>
      <a:accent3>
        <a:srgbClr val="c9e2d6"/>
      </a:accent3>
      <a:accent4>
        <a:srgbClr val="babad6"/>
      </a:accent4>
      <a:accent5>
        <a:srgbClr val="f0d2bf"/>
      </a:accent5>
      <a:accent6>
        <a:srgbClr val="f3e49a"/>
      </a:accent6>
      <a:hlink>
        <a:srgbClr val="7030a0"/>
      </a:hlink>
      <a:folHlink>
        <a:srgbClr val="107573"/>
      </a:folHlink>
    </a:clrScheme>
    <a:fontScheme name="Custom 10">
      <a:majorFont>
        <a:latin typeface="Lora" pitchFamily="0" charset="1"/>
        <a:ea typeface=""/>
        <a:cs typeface=""/>
      </a:majorFont>
      <a:minorFont>
        <a:latin typeface="Poppins Ligh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5.xml><?xml version="1.0" encoding="utf-8"?>
<a:theme xmlns:a="http://schemas.openxmlformats.org/drawingml/2006/main" xmlns:r="http://schemas.openxmlformats.org/officeDocument/2006/relationships" name="Gradient Circle">
  <a:themeElements>
    <a:clrScheme name="Custom 2">
      <a:dk1>
        <a:srgbClr val="000000"/>
      </a:dk1>
      <a:lt1>
        <a:srgbClr val="ffffff"/>
      </a:lt1>
      <a:dk2>
        <a:srgbClr val="2c3932"/>
      </a:dk2>
      <a:lt2>
        <a:srgbClr val="fdf6ea"/>
      </a:lt2>
      <a:accent1>
        <a:srgbClr val="f0d4db"/>
      </a:accent1>
      <a:accent2>
        <a:srgbClr val="dbe7f5"/>
      </a:accent2>
      <a:accent3>
        <a:srgbClr val="c9e2d6"/>
      </a:accent3>
      <a:accent4>
        <a:srgbClr val="babad6"/>
      </a:accent4>
      <a:accent5>
        <a:srgbClr val="f0d2bf"/>
      </a:accent5>
      <a:accent6>
        <a:srgbClr val="f3e49a"/>
      </a:accent6>
      <a:hlink>
        <a:srgbClr val="7030a0"/>
      </a:hlink>
      <a:folHlink>
        <a:srgbClr val="107573"/>
      </a:folHlink>
    </a:clrScheme>
    <a:fontScheme name="Custom 10">
      <a:majorFont>
        <a:latin typeface="Lora" pitchFamily="0" charset="1"/>
        <a:ea typeface=""/>
        <a:cs typeface=""/>
      </a:majorFont>
      <a:minorFont>
        <a:latin typeface="Poppins Ligh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6.xml><?xml version="1.0" encoding="utf-8"?>
<a:theme xmlns:a="http://schemas.openxmlformats.org/drawingml/2006/main" xmlns:r="http://schemas.openxmlformats.org/officeDocument/2006/relationships" name="Gradient Circle">
  <a:themeElements>
    <a:clrScheme name="Custom 2">
      <a:dk1>
        <a:srgbClr val="000000"/>
      </a:dk1>
      <a:lt1>
        <a:srgbClr val="ffffff"/>
      </a:lt1>
      <a:dk2>
        <a:srgbClr val="2c3932"/>
      </a:dk2>
      <a:lt2>
        <a:srgbClr val="fdf6ea"/>
      </a:lt2>
      <a:accent1>
        <a:srgbClr val="f0d4db"/>
      </a:accent1>
      <a:accent2>
        <a:srgbClr val="dbe7f5"/>
      </a:accent2>
      <a:accent3>
        <a:srgbClr val="c9e2d6"/>
      </a:accent3>
      <a:accent4>
        <a:srgbClr val="babad6"/>
      </a:accent4>
      <a:accent5>
        <a:srgbClr val="f0d2bf"/>
      </a:accent5>
      <a:accent6>
        <a:srgbClr val="f3e49a"/>
      </a:accent6>
      <a:hlink>
        <a:srgbClr val="7030a0"/>
      </a:hlink>
      <a:folHlink>
        <a:srgbClr val="107573"/>
      </a:folHlink>
    </a:clrScheme>
    <a:fontScheme name="Custom 10">
      <a:majorFont>
        <a:latin typeface="Lora" pitchFamily="0" charset="1"/>
        <a:ea typeface=""/>
        <a:cs typeface=""/>
      </a:majorFont>
      <a:minorFont>
        <a:latin typeface="Poppins Ligh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7.xml><?xml version="1.0" encoding="utf-8"?>
<a:theme xmlns:a="http://schemas.openxmlformats.org/drawingml/2006/main" xmlns:r="http://schemas.openxmlformats.org/officeDocument/2006/relationships" name="Gradient Circle">
  <a:themeElements>
    <a:clrScheme name="Custom 2">
      <a:dk1>
        <a:srgbClr val="000000"/>
      </a:dk1>
      <a:lt1>
        <a:srgbClr val="ffffff"/>
      </a:lt1>
      <a:dk2>
        <a:srgbClr val="2c3932"/>
      </a:dk2>
      <a:lt2>
        <a:srgbClr val="fdf6ea"/>
      </a:lt2>
      <a:accent1>
        <a:srgbClr val="f0d4db"/>
      </a:accent1>
      <a:accent2>
        <a:srgbClr val="dbe7f5"/>
      </a:accent2>
      <a:accent3>
        <a:srgbClr val="c9e2d6"/>
      </a:accent3>
      <a:accent4>
        <a:srgbClr val="babad6"/>
      </a:accent4>
      <a:accent5>
        <a:srgbClr val="f0d2bf"/>
      </a:accent5>
      <a:accent6>
        <a:srgbClr val="f3e49a"/>
      </a:accent6>
      <a:hlink>
        <a:srgbClr val="7030a0"/>
      </a:hlink>
      <a:folHlink>
        <a:srgbClr val="107573"/>
      </a:folHlink>
    </a:clrScheme>
    <a:fontScheme name="Custom 10">
      <a:majorFont>
        <a:latin typeface="Lora" pitchFamily="0" charset="1"/>
        <a:ea typeface=""/>
        <a:cs typeface=""/>
      </a:majorFont>
      <a:minorFont>
        <a:latin typeface="Poppins Ligh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8.xml><?xml version="1.0" encoding="utf-8"?>
<a:theme xmlns:a="http://schemas.openxmlformats.org/drawingml/2006/main" xmlns:r="http://schemas.openxmlformats.org/officeDocument/2006/relationships" name="Gradient Circle">
  <a:themeElements>
    <a:clrScheme name="Custom 2">
      <a:dk1>
        <a:srgbClr val="000000"/>
      </a:dk1>
      <a:lt1>
        <a:srgbClr val="ffffff"/>
      </a:lt1>
      <a:dk2>
        <a:srgbClr val="2c3932"/>
      </a:dk2>
      <a:lt2>
        <a:srgbClr val="fdf6ea"/>
      </a:lt2>
      <a:accent1>
        <a:srgbClr val="f0d4db"/>
      </a:accent1>
      <a:accent2>
        <a:srgbClr val="dbe7f5"/>
      </a:accent2>
      <a:accent3>
        <a:srgbClr val="c9e2d6"/>
      </a:accent3>
      <a:accent4>
        <a:srgbClr val="babad6"/>
      </a:accent4>
      <a:accent5>
        <a:srgbClr val="f0d2bf"/>
      </a:accent5>
      <a:accent6>
        <a:srgbClr val="f3e49a"/>
      </a:accent6>
      <a:hlink>
        <a:srgbClr val="7030a0"/>
      </a:hlink>
      <a:folHlink>
        <a:srgbClr val="107573"/>
      </a:folHlink>
    </a:clrScheme>
    <a:fontScheme name="Custom 10">
      <a:majorFont>
        <a:latin typeface="Lora" pitchFamily="0" charset="1"/>
        <a:ea typeface=""/>
        <a:cs typeface=""/>
      </a:majorFont>
      <a:minorFont>
        <a:latin typeface="Poppins Ligh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9.xml><?xml version="1.0" encoding="utf-8"?>
<a:theme xmlns:a="http://schemas.openxmlformats.org/drawingml/2006/main" xmlns:r="http://schemas.openxmlformats.org/officeDocument/2006/relationships" name="Gradient Circle">
  <a:themeElements>
    <a:clrScheme name="Custom 2">
      <a:dk1>
        <a:srgbClr val="000000"/>
      </a:dk1>
      <a:lt1>
        <a:srgbClr val="ffffff"/>
      </a:lt1>
      <a:dk2>
        <a:srgbClr val="2c3932"/>
      </a:dk2>
      <a:lt2>
        <a:srgbClr val="fdf6ea"/>
      </a:lt2>
      <a:accent1>
        <a:srgbClr val="f0d4db"/>
      </a:accent1>
      <a:accent2>
        <a:srgbClr val="dbe7f5"/>
      </a:accent2>
      <a:accent3>
        <a:srgbClr val="c9e2d6"/>
      </a:accent3>
      <a:accent4>
        <a:srgbClr val="babad6"/>
      </a:accent4>
      <a:accent5>
        <a:srgbClr val="f0d2bf"/>
      </a:accent5>
      <a:accent6>
        <a:srgbClr val="f3e49a"/>
      </a:accent6>
      <a:hlink>
        <a:srgbClr val="7030a0"/>
      </a:hlink>
      <a:folHlink>
        <a:srgbClr val="107573"/>
      </a:folHlink>
    </a:clrScheme>
    <a:fontScheme name="Custom 10">
      <a:majorFont>
        <a:latin typeface="Lora" pitchFamily="0" charset="1"/>
        <a:ea typeface=""/>
        <a:cs typeface=""/>
      </a:majorFont>
      <a:minorFont>
        <a:latin typeface="Poppins Ligh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0.xml><?xml version="1.0" encoding="utf-8"?>
<a:theme xmlns:a="http://schemas.openxmlformats.org/drawingml/2006/main" xmlns:r="http://schemas.openxmlformats.org/officeDocument/2006/relationships" name="Gradient Circle">
  <a:themeElements>
    <a:clrScheme name="Custom 2">
      <a:dk1>
        <a:srgbClr val="000000"/>
      </a:dk1>
      <a:lt1>
        <a:srgbClr val="ffffff"/>
      </a:lt1>
      <a:dk2>
        <a:srgbClr val="2c3932"/>
      </a:dk2>
      <a:lt2>
        <a:srgbClr val="fdf6ea"/>
      </a:lt2>
      <a:accent1>
        <a:srgbClr val="f0d4db"/>
      </a:accent1>
      <a:accent2>
        <a:srgbClr val="dbe7f5"/>
      </a:accent2>
      <a:accent3>
        <a:srgbClr val="c9e2d6"/>
      </a:accent3>
      <a:accent4>
        <a:srgbClr val="babad6"/>
      </a:accent4>
      <a:accent5>
        <a:srgbClr val="f0d2bf"/>
      </a:accent5>
      <a:accent6>
        <a:srgbClr val="f3e49a"/>
      </a:accent6>
      <a:hlink>
        <a:srgbClr val="7030a0"/>
      </a:hlink>
      <a:folHlink>
        <a:srgbClr val="107573"/>
      </a:folHlink>
    </a:clrScheme>
    <a:fontScheme name="Custom 10">
      <a:majorFont>
        <a:latin typeface="Lora" pitchFamily="0" charset="1"/>
        <a:ea typeface=""/>
        <a:cs typeface=""/>
      </a:majorFont>
      <a:minorFont>
        <a:latin typeface="Poppins Ligh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1.xml><?xml version="1.0" encoding="utf-8"?>
<a:theme xmlns:a="http://schemas.openxmlformats.org/drawingml/2006/main" xmlns:r="http://schemas.openxmlformats.org/officeDocument/2006/relationships" name="Gradient Circle">
  <a:themeElements>
    <a:clrScheme name="Custom 2">
      <a:dk1>
        <a:srgbClr val="000000"/>
      </a:dk1>
      <a:lt1>
        <a:srgbClr val="ffffff"/>
      </a:lt1>
      <a:dk2>
        <a:srgbClr val="2c3932"/>
      </a:dk2>
      <a:lt2>
        <a:srgbClr val="fdf6ea"/>
      </a:lt2>
      <a:accent1>
        <a:srgbClr val="f0d4db"/>
      </a:accent1>
      <a:accent2>
        <a:srgbClr val="dbe7f5"/>
      </a:accent2>
      <a:accent3>
        <a:srgbClr val="c9e2d6"/>
      </a:accent3>
      <a:accent4>
        <a:srgbClr val="babad6"/>
      </a:accent4>
      <a:accent5>
        <a:srgbClr val="f0d2bf"/>
      </a:accent5>
      <a:accent6>
        <a:srgbClr val="f3e49a"/>
      </a:accent6>
      <a:hlink>
        <a:srgbClr val="7030a0"/>
      </a:hlink>
      <a:folHlink>
        <a:srgbClr val="107573"/>
      </a:folHlink>
    </a:clrScheme>
    <a:fontScheme name="Custom 10">
      <a:majorFont>
        <a:latin typeface="Lora" pitchFamily="0" charset="1"/>
        <a:ea typeface=""/>
        <a:cs typeface=""/>
      </a:majorFont>
      <a:minorFont>
        <a:latin typeface="Poppins Ligh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2.xml><?xml version="1.0" encoding="utf-8"?>
<a:theme xmlns:a="http://schemas.openxmlformats.org/drawingml/2006/main" xmlns:r="http://schemas.openxmlformats.org/officeDocument/2006/relationships" name="Gradient Circle">
  <a:themeElements>
    <a:clrScheme name="Custom 2">
      <a:dk1>
        <a:srgbClr val="000000"/>
      </a:dk1>
      <a:lt1>
        <a:srgbClr val="ffffff"/>
      </a:lt1>
      <a:dk2>
        <a:srgbClr val="2c3932"/>
      </a:dk2>
      <a:lt2>
        <a:srgbClr val="fdf6ea"/>
      </a:lt2>
      <a:accent1>
        <a:srgbClr val="f0d4db"/>
      </a:accent1>
      <a:accent2>
        <a:srgbClr val="dbe7f5"/>
      </a:accent2>
      <a:accent3>
        <a:srgbClr val="c9e2d6"/>
      </a:accent3>
      <a:accent4>
        <a:srgbClr val="babad6"/>
      </a:accent4>
      <a:accent5>
        <a:srgbClr val="f0d2bf"/>
      </a:accent5>
      <a:accent6>
        <a:srgbClr val="f3e49a"/>
      </a:accent6>
      <a:hlink>
        <a:srgbClr val="7030a0"/>
      </a:hlink>
      <a:folHlink>
        <a:srgbClr val="107573"/>
      </a:folHlink>
    </a:clrScheme>
    <a:fontScheme name="Custom 10">
      <a:majorFont>
        <a:latin typeface="Lora" pitchFamily="0" charset="1"/>
        <a:ea typeface=""/>
        <a:cs typeface=""/>
      </a:majorFont>
      <a:minorFont>
        <a:latin typeface="Poppins Ligh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3.xml><?xml version="1.0" encoding="utf-8"?>
<a:theme xmlns:a="http://schemas.openxmlformats.org/drawingml/2006/main" xmlns:r="http://schemas.openxmlformats.org/officeDocument/2006/relationships" name="Gradient Circle">
  <a:themeElements>
    <a:clrScheme name="Custom 2">
      <a:dk1>
        <a:srgbClr val="000000"/>
      </a:dk1>
      <a:lt1>
        <a:srgbClr val="ffffff"/>
      </a:lt1>
      <a:dk2>
        <a:srgbClr val="2c3932"/>
      </a:dk2>
      <a:lt2>
        <a:srgbClr val="fdf6ea"/>
      </a:lt2>
      <a:accent1>
        <a:srgbClr val="f0d4db"/>
      </a:accent1>
      <a:accent2>
        <a:srgbClr val="dbe7f5"/>
      </a:accent2>
      <a:accent3>
        <a:srgbClr val="c9e2d6"/>
      </a:accent3>
      <a:accent4>
        <a:srgbClr val="babad6"/>
      </a:accent4>
      <a:accent5>
        <a:srgbClr val="f0d2bf"/>
      </a:accent5>
      <a:accent6>
        <a:srgbClr val="f3e49a"/>
      </a:accent6>
      <a:hlink>
        <a:srgbClr val="7030a0"/>
      </a:hlink>
      <a:folHlink>
        <a:srgbClr val="107573"/>
      </a:folHlink>
    </a:clrScheme>
    <a:fontScheme name="Custom 10">
      <a:majorFont>
        <a:latin typeface="Lora" pitchFamily="0" charset="1"/>
        <a:ea typeface=""/>
        <a:cs typeface=""/>
      </a:majorFont>
      <a:minorFont>
        <a:latin typeface="Poppins Ligh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4.xml><?xml version="1.0" encoding="utf-8"?>
<a:theme xmlns:a="http://schemas.openxmlformats.org/drawingml/2006/main" xmlns:r="http://schemas.openxmlformats.org/officeDocument/2006/relationships" name="Gradient Circle">
  <a:themeElements>
    <a:clrScheme name="Custom 2">
      <a:dk1>
        <a:srgbClr val="000000"/>
      </a:dk1>
      <a:lt1>
        <a:srgbClr val="ffffff"/>
      </a:lt1>
      <a:dk2>
        <a:srgbClr val="2c3932"/>
      </a:dk2>
      <a:lt2>
        <a:srgbClr val="fdf6ea"/>
      </a:lt2>
      <a:accent1>
        <a:srgbClr val="f0d4db"/>
      </a:accent1>
      <a:accent2>
        <a:srgbClr val="dbe7f5"/>
      </a:accent2>
      <a:accent3>
        <a:srgbClr val="c9e2d6"/>
      </a:accent3>
      <a:accent4>
        <a:srgbClr val="babad6"/>
      </a:accent4>
      <a:accent5>
        <a:srgbClr val="f0d2bf"/>
      </a:accent5>
      <a:accent6>
        <a:srgbClr val="f3e49a"/>
      </a:accent6>
      <a:hlink>
        <a:srgbClr val="7030a0"/>
      </a:hlink>
      <a:folHlink>
        <a:srgbClr val="107573"/>
      </a:folHlink>
    </a:clrScheme>
    <a:fontScheme name="Custom 10">
      <a:majorFont>
        <a:latin typeface="Lora" pitchFamily="0" charset="1"/>
        <a:ea typeface=""/>
        <a:cs typeface=""/>
      </a:majorFont>
      <a:minorFont>
        <a:latin typeface="Poppins Ligh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5.xml><?xml version="1.0" encoding="utf-8"?>
<a:theme xmlns:a="http://schemas.openxmlformats.org/drawingml/2006/main" xmlns:r="http://schemas.openxmlformats.org/officeDocument/2006/relationships" name="Gradient Circle">
  <a:themeElements>
    <a:clrScheme name="Custom 2">
      <a:dk1>
        <a:srgbClr val="000000"/>
      </a:dk1>
      <a:lt1>
        <a:srgbClr val="ffffff"/>
      </a:lt1>
      <a:dk2>
        <a:srgbClr val="2c3932"/>
      </a:dk2>
      <a:lt2>
        <a:srgbClr val="fdf6ea"/>
      </a:lt2>
      <a:accent1>
        <a:srgbClr val="f0d4db"/>
      </a:accent1>
      <a:accent2>
        <a:srgbClr val="dbe7f5"/>
      </a:accent2>
      <a:accent3>
        <a:srgbClr val="c9e2d6"/>
      </a:accent3>
      <a:accent4>
        <a:srgbClr val="babad6"/>
      </a:accent4>
      <a:accent5>
        <a:srgbClr val="f0d2bf"/>
      </a:accent5>
      <a:accent6>
        <a:srgbClr val="f3e49a"/>
      </a:accent6>
      <a:hlink>
        <a:srgbClr val="7030a0"/>
      </a:hlink>
      <a:folHlink>
        <a:srgbClr val="107573"/>
      </a:folHlink>
    </a:clrScheme>
    <a:fontScheme name="Custom 10">
      <a:majorFont>
        <a:latin typeface="Lora" pitchFamily="0" charset="1"/>
        <a:ea typeface=""/>
        <a:cs typeface=""/>
      </a:majorFont>
      <a:minorFont>
        <a:latin typeface="Poppins Ligh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6.xml><?xml version="1.0" encoding="utf-8"?>
<a:theme xmlns:a="http://schemas.openxmlformats.org/drawingml/2006/main" xmlns:r="http://schemas.openxmlformats.org/officeDocument/2006/relationships" name="Gradient Circle">
  <a:themeElements>
    <a:clrScheme name="Custom 2">
      <a:dk1>
        <a:srgbClr val="000000"/>
      </a:dk1>
      <a:lt1>
        <a:srgbClr val="ffffff"/>
      </a:lt1>
      <a:dk2>
        <a:srgbClr val="2c3932"/>
      </a:dk2>
      <a:lt2>
        <a:srgbClr val="fdf6ea"/>
      </a:lt2>
      <a:accent1>
        <a:srgbClr val="f0d4db"/>
      </a:accent1>
      <a:accent2>
        <a:srgbClr val="dbe7f5"/>
      </a:accent2>
      <a:accent3>
        <a:srgbClr val="c9e2d6"/>
      </a:accent3>
      <a:accent4>
        <a:srgbClr val="babad6"/>
      </a:accent4>
      <a:accent5>
        <a:srgbClr val="f0d2bf"/>
      </a:accent5>
      <a:accent6>
        <a:srgbClr val="f3e49a"/>
      </a:accent6>
      <a:hlink>
        <a:srgbClr val="7030a0"/>
      </a:hlink>
      <a:folHlink>
        <a:srgbClr val="107573"/>
      </a:folHlink>
    </a:clrScheme>
    <a:fontScheme name="Custom 10">
      <a:majorFont>
        <a:latin typeface="Lora" pitchFamily="0" charset="1"/>
        <a:ea typeface=""/>
        <a:cs typeface=""/>
      </a:majorFont>
      <a:minorFont>
        <a:latin typeface="Poppins Ligh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7.xml><?xml version="1.0" encoding="utf-8"?>
<a:theme xmlns:a="http://schemas.openxmlformats.org/drawingml/2006/main" xmlns:r="http://schemas.openxmlformats.org/officeDocument/2006/relationships" name="Gradient Circle">
  <a:themeElements>
    <a:clrScheme name="Custom 2">
      <a:dk1>
        <a:srgbClr val="000000"/>
      </a:dk1>
      <a:lt1>
        <a:srgbClr val="ffffff"/>
      </a:lt1>
      <a:dk2>
        <a:srgbClr val="2c3932"/>
      </a:dk2>
      <a:lt2>
        <a:srgbClr val="fdf6ea"/>
      </a:lt2>
      <a:accent1>
        <a:srgbClr val="f0d4db"/>
      </a:accent1>
      <a:accent2>
        <a:srgbClr val="dbe7f5"/>
      </a:accent2>
      <a:accent3>
        <a:srgbClr val="c9e2d6"/>
      </a:accent3>
      <a:accent4>
        <a:srgbClr val="babad6"/>
      </a:accent4>
      <a:accent5>
        <a:srgbClr val="f0d2bf"/>
      </a:accent5>
      <a:accent6>
        <a:srgbClr val="f3e49a"/>
      </a:accent6>
      <a:hlink>
        <a:srgbClr val="7030a0"/>
      </a:hlink>
      <a:folHlink>
        <a:srgbClr val="107573"/>
      </a:folHlink>
    </a:clrScheme>
    <a:fontScheme name="Custom 10">
      <a:majorFont>
        <a:latin typeface="Lora" pitchFamily="0" charset="1"/>
        <a:ea typeface=""/>
        <a:cs typeface=""/>
      </a:majorFont>
      <a:minorFont>
        <a:latin typeface="Poppins Ligh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8.xml><?xml version="1.0" encoding="utf-8"?>
<a:theme xmlns:a="http://schemas.openxmlformats.org/drawingml/2006/main" xmlns:r="http://schemas.openxmlformats.org/officeDocument/2006/relationships" name="Gradient Circle">
  <a:themeElements>
    <a:clrScheme name="Custom 2">
      <a:dk1>
        <a:srgbClr val="000000"/>
      </a:dk1>
      <a:lt1>
        <a:srgbClr val="ffffff"/>
      </a:lt1>
      <a:dk2>
        <a:srgbClr val="2c3932"/>
      </a:dk2>
      <a:lt2>
        <a:srgbClr val="fdf6ea"/>
      </a:lt2>
      <a:accent1>
        <a:srgbClr val="f0d4db"/>
      </a:accent1>
      <a:accent2>
        <a:srgbClr val="dbe7f5"/>
      </a:accent2>
      <a:accent3>
        <a:srgbClr val="c9e2d6"/>
      </a:accent3>
      <a:accent4>
        <a:srgbClr val="babad6"/>
      </a:accent4>
      <a:accent5>
        <a:srgbClr val="f0d2bf"/>
      </a:accent5>
      <a:accent6>
        <a:srgbClr val="f3e49a"/>
      </a:accent6>
      <a:hlink>
        <a:srgbClr val="7030a0"/>
      </a:hlink>
      <a:folHlink>
        <a:srgbClr val="107573"/>
      </a:folHlink>
    </a:clrScheme>
    <a:fontScheme name="Custom 10">
      <a:majorFont>
        <a:latin typeface="Lora" pitchFamily="0" charset="1"/>
        <a:ea typeface=""/>
        <a:cs typeface=""/>
      </a:majorFont>
      <a:minorFont>
        <a:latin typeface="Poppins Ligh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9.xml><?xml version="1.0" encoding="utf-8"?>
<a:theme xmlns:a="http://schemas.openxmlformats.org/drawingml/2006/main" xmlns:r="http://schemas.openxmlformats.org/officeDocument/2006/relationships" name="Gradient Circle">
  <a:themeElements>
    <a:clrScheme name="Custom 2">
      <a:dk1>
        <a:srgbClr val="000000"/>
      </a:dk1>
      <a:lt1>
        <a:srgbClr val="ffffff"/>
      </a:lt1>
      <a:dk2>
        <a:srgbClr val="2c3932"/>
      </a:dk2>
      <a:lt2>
        <a:srgbClr val="fdf6ea"/>
      </a:lt2>
      <a:accent1>
        <a:srgbClr val="f0d4db"/>
      </a:accent1>
      <a:accent2>
        <a:srgbClr val="dbe7f5"/>
      </a:accent2>
      <a:accent3>
        <a:srgbClr val="c9e2d6"/>
      </a:accent3>
      <a:accent4>
        <a:srgbClr val="babad6"/>
      </a:accent4>
      <a:accent5>
        <a:srgbClr val="f0d2bf"/>
      </a:accent5>
      <a:accent6>
        <a:srgbClr val="f3e49a"/>
      </a:accent6>
      <a:hlink>
        <a:srgbClr val="7030a0"/>
      </a:hlink>
      <a:folHlink>
        <a:srgbClr val="107573"/>
      </a:folHlink>
    </a:clrScheme>
    <a:fontScheme name="Custom 10">
      <a:majorFont>
        <a:latin typeface="Lora" pitchFamily="0" charset="1"/>
        <a:ea typeface=""/>
        <a:cs typeface=""/>
      </a:majorFont>
      <a:minorFont>
        <a:latin typeface="Poppins Ligh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0.xml><?xml version="1.0" encoding="utf-8"?>
<a:theme xmlns:a="http://schemas.openxmlformats.org/drawingml/2006/main" xmlns:r="http://schemas.openxmlformats.org/officeDocument/2006/relationships" name="Gradient Circle">
  <a:themeElements>
    <a:clrScheme name="Custom 2">
      <a:dk1>
        <a:srgbClr val="000000"/>
      </a:dk1>
      <a:lt1>
        <a:srgbClr val="ffffff"/>
      </a:lt1>
      <a:dk2>
        <a:srgbClr val="2c3932"/>
      </a:dk2>
      <a:lt2>
        <a:srgbClr val="fdf6ea"/>
      </a:lt2>
      <a:accent1>
        <a:srgbClr val="f0d4db"/>
      </a:accent1>
      <a:accent2>
        <a:srgbClr val="dbe7f5"/>
      </a:accent2>
      <a:accent3>
        <a:srgbClr val="c9e2d6"/>
      </a:accent3>
      <a:accent4>
        <a:srgbClr val="babad6"/>
      </a:accent4>
      <a:accent5>
        <a:srgbClr val="f0d2bf"/>
      </a:accent5>
      <a:accent6>
        <a:srgbClr val="f3e49a"/>
      </a:accent6>
      <a:hlink>
        <a:srgbClr val="7030a0"/>
      </a:hlink>
      <a:folHlink>
        <a:srgbClr val="107573"/>
      </a:folHlink>
    </a:clrScheme>
    <a:fontScheme name="Custom 10">
      <a:majorFont>
        <a:latin typeface="Lora" pitchFamily="0" charset="1"/>
        <a:ea typeface=""/>
        <a:cs typeface=""/>
      </a:majorFont>
      <a:minorFont>
        <a:latin typeface="Poppins Ligh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1.xml><?xml version="1.0" encoding="utf-8"?>
<a:theme xmlns:a="http://schemas.openxmlformats.org/drawingml/2006/main" xmlns:r="http://schemas.openxmlformats.org/officeDocument/2006/relationships" name="Gradient Circle">
  <a:themeElements>
    <a:clrScheme name="Custom 2">
      <a:dk1>
        <a:srgbClr val="000000"/>
      </a:dk1>
      <a:lt1>
        <a:srgbClr val="ffffff"/>
      </a:lt1>
      <a:dk2>
        <a:srgbClr val="2c3932"/>
      </a:dk2>
      <a:lt2>
        <a:srgbClr val="fdf6ea"/>
      </a:lt2>
      <a:accent1>
        <a:srgbClr val="f0d4db"/>
      </a:accent1>
      <a:accent2>
        <a:srgbClr val="dbe7f5"/>
      </a:accent2>
      <a:accent3>
        <a:srgbClr val="c9e2d6"/>
      </a:accent3>
      <a:accent4>
        <a:srgbClr val="babad6"/>
      </a:accent4>
      <a:accent5>
        <a:srgbClr val="f0d2bf"/>
      </a:accent5>
      <a:accent6>
        <a:srgbClr val="f3e49a"/>
      </a:accent6>
      <a:hlink>
        <a:srgbClr val="7030a0"/>
      </a:hlink>
      <a:folHlink>
        <a:srgbClr val="107573"/>
      </a:folHlink>
    </a:clrScheme>
    <a:fontScheme name="Custom 10">
      <a:majorFont>
        <a:latin typeface="Lora" pitchFamily="0" charset="1"/>
        <a:ea typeface=""/>
        <a:cs typeface=""/>
      </a:majorFont>
      <a:minorFont>
        <a:latin typeface="Poppins Ligh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2.xml><?xml version="1.0" encoding="utf-8"?>
<a:theme xmlns:a="http://schemas.openxmlformats.org/drawingml/2006/main" xmlns:r="http://schemas.openxmlformats.org/officeDocument/2006/relationships" name="Gradient Circle">
  <a:themeElements>
    <a:clrScheme name="Custom 2">
      <a:dk1>
        <a:srgbClr val="000000"/>
      </a:dk1>
      <a:lt1>
        <a:srgbClr val="ffffff"/>
      </a:lt1>
      <a:dk2>
        <a:srgbClr val="2c3932"/>
      </a:dk2>
      <a:lt2>
        <a:srgbClr val="fdf6ea"/>
      </a:lt2>
      <a:accent1>
        <a:srgbClr val="f0d4db"/>
      </a:accent1>
      <a:accent2>
        <a:srgbClr val="dbe7f5"/>
      </a:accent2>
      <a:accent3>
        <a:srgbClr val="c9e2d6"/>
      </a:accent3>
      <a:accent4>
        <a:srgbClr val="babad6"/>
      </a:accent4>
      <a:accent5>
        <a:srgbClr val="f0d2bf"/>
      </a:accent5>
      <a:accent6>
        <a:srgbClr val="f3e49a"/>
      </a:accent6>
      <a:hlink>
        <a:srgbClr val="7030a0"/>
      </a:hlink>
      <a:folHlink>
        <a:srgbClr val="107573"/>
      </a:folHlink>
    </a:clrScheme>
    <a:fontScheme name="Custom 10">
      <a:majorFont>
        <a:latin typeface="Lora" pitchFamily="0" charset="1"/>
        <a:ea typeface=""/>
        <a:cs typeface=""/>
      </a:majorFont>
      <a:minorFont>
        <a:latin typeface="Poppins Ligh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3.xml><?xml version="1.0" encoding="utf-8"?>
<a:theme xmlns:a="http://schemas.openxmlformats.org/drawingml/2006/main" xmlns:r="http://schemas.openxmlformats.org/officeDocument/2006/relationships" name="Gradient Circle">
  <a:themeElements>
    <a:clrScheme name="Custom 2">
      <a:dk1>
        <a:srgbClr val="000000"/>
      </a:dk1>
      <a:lt1>
        <a:srgbClr val="ffffff"/>
      </a:lt1>
      <a:dk2>
        <a:srgbClr val="2c3932"/>
      </a:dk2>
      <a:lt2>
        <a:srgbClr val="fdf6ea"/>
      </a:lt2>
      <a:accent1>
        <a:srgbClr val="f0d4db"/>
      </a:accent1>
      <a:accent2>
        <a:srgbClr val="dbe7f5"/>
      </a:accent2>
      <a:accent3>
        <a:srgbClr val="c9e2d6"/>
      </a:accent3>
      <a:accent4>
        <a:srgbClr val="babad6"/>
      </a:accent4>
      <a:accent5>
        <a:srgbClr val="f0d2bf"/>
      </a:accent5>
      <a:accent6>
        <a:srgbClr val="f3e49a"/>
      </a:accent6>
      <a:hlink>
        <a:srgbClr val="7030a0"/>
      </a:hlink>
      <a:folHlink>
        <a:srgbClr val="107573"/>
      </a:folHlink>
    </a:clrScheme>
    <a:fontScheme name="Custom 10">
      <a:majorFont>
        <a:latin typeface="Lora" pitchFamily="0" charset="1"/>
        <a:ea typeface=""/>
        <a:cs typeface=""/>
      </a:majorFont>
      <a:minorFont>
        <a:latin typeface="Poppins Ligh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4.xml><?xml version="1.0" encoding="utf-8"?>
<a:theme xmlns:a="http://schemas.openxmlformats.org/drawingml/2006/main" xmlns:r="http://schemas.openxmlformats.org/officeDocument/2006/relationships" name="Gradient Circle">
  <a:themeElements>
    <a:clrScheme name="Custom 2">
      <a:dk1>
        <a:srgbClr val="000000"/>
      </a:dk1>
      <a:lt1>
        <a:srgbClr val="ffffff"/>
      </a:lt1>
      <a:dk2>
        <a:srgbClr val="2c3932"/>
      </a:dk2>
      <a:lt2>
        <a:srgbClr val="fdf6ea"/>
      </a:lt2>
      <a:accent1>
        <a:srgbClr val="f0d4db"/>
      </a:accent1>
      <a:accent2>
        <a:srgbClr val="dbe7f5"/>
      </a:accent2>
      <a:accent3>
        <a:srgbClr val="c9e2d6"/>
      </a:accent3>
      <a:accent4>
        <a:srgbClr val="babad6"/>
      </a:accent4>
      <a:accent5>
        <a:srgbClr val="f0d2bf"/>
      </a:accent5>
      <a:accent6>
        <a:srgbClr val="f3e49a"/>
      </a:accent6>
      <a:hlink>
        <a:srgbClr val="7030a0"/>
      </a:hlink>
      <a:folHlink>
        <a:srgbClr val="107573"/>
      </a:folHlink>
    </a:clrScheme>
    <a:fontScheme name="Custom 10">
      <a:majorFont>
        <a:latin typeface="Lora" pitchFamily="0" charset="1"/>
        <a:ea typeface=""/>
        <a:cs typeface=""/>
      </a:majorFont>
      <a:minorFont>
        <a:latin typeface="Poppins Ligh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5.xml><?xml version="1.0" encoding="utf-8"?>
<a:theme xmlns:a="http://schemas.openxmlformats.org/drawingml/2006/main" xmlns:r="http://schemas.openxmlformats.org/officeDocument/2006/relationships" name="Gradient Circle">
  <a:themeElements>
    <a:clrScheme name="Custom 2">
      <a:dk1>
        <a:srgbClr val="000000"/>
      </a:dk1>
      <a:lt1>
        <a:srgbClr val="ffffff"/>
      </a:lt1>
      <a:dk2>
        <a:srgbClr val="2c3932"/>
      </a:dk2>
      <a:lt2>
        <a:srgbClr val="fdf6ea"/>
      </a:lt2>
      <a:accent1>
        <a:srgbClr val="f0d4db"/>
      </a:accent1>
      <a:accent2>
        <a:srgbClr val="dbe7f5"/>
      </a:accent2>
      <a:accent3>
        <a:srgbClr val="c9e2d6"/>
      </a:accent3>
      <a:accent4>
        <a:srgbClr val="babad6"/>
      </a:accent4>
      <a:accent5>
        <a:srgbClr val="f0d2bf"/>
      </a:accent5>
      <a:accent6>
        <a:srgbClr val="f3e49a"/>
      </a:accent6>
      <a:hlink>
        <a:srgbClr val="7030a0"/>
      </a:hlink>
      <a:folHlink>
        <a:srgbClr val="107573"/>
      </a:folHlink>
    </a:clrScheme>
    <a:fontScheme name="Custom 10">
      <a:majorFont>
        <a:latin typeface="Lora" pitchFamily="0" charset="1"/>
        <a:ea typeface=""/>
        <a:cs typeface=""/>
      </a:majorFont>
      <a:minorFont>
        <a:latin typeface="Poppins Ligh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6.xml><?xml version="1.0" encoding="utf-8"?>
<a:theme xmlns:a="http://schemas.openxmlformats.org/drawingml/2006/main" xmlns:r="http://schemas.openxmlformats.org/officeDocument/2006/relationships" name="Gradient Circle">
  <a:themeElements>
    <a:clrScheme name="Custom 2">
      <a:dk1>
        <a:srgbClr val="000000"/>
      </a:dk1>
      <a:lt1>
        <a:srgbClr val="ffffff"/>
      </a:lt1>
      <a:dk2>
        <a:srgbClr val="2c3932"/>
      </a:dk2>
      <a:lt2>
        <a:srgbClr val="fdf6ea"/>
      </a:lt2>
      <a:accent1>
        <a:srgbClr val="f0d4db"/>
      </a:accent1>
      <a:accent2>
        <a:srgbClr val="dbe7f5"/>
      </a:accent2>
      <a:accent3>
        <a:srgbClr val="c9e2d6"/>
      </a:accent3>
      <a:accent4>
        <a:srgbClr val="babad6"/>
      </a:accent4>
      <a:accent5>
        <a:srgbClr val="f0d2bf"/>
      </a:accent5>
      <a:accent6>
        <a:srgbClr val="f3e49a"/>
      </a:accent6>
      <a:hlink>
        <a:srgbClr val="7030a0"/>
      </a:hlink>
      <a:folHlink>
        <a:srgbClr val="107573"/>
      </a:folHlink>
    </a:clrScheme>
    <a:fontScheme name="Custom 10">
      <a:majorFont>
        <a:latin typeface="Lora" pitchFamily="0" charset="1"/>
        <a:ea typeface=""/>
        <a:cs typeface=""/>
      </a:majorFont>
      <a:minorFont>
        <a:latin typeface="Poppins Ligh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7.xml><?xml version="1.0" encoding="utf-8"?>
<a:theme xmlns:a="http://schemas.openxmlformats.org/drawingml/2006/main" xmlns:r="http://schemas.openxmlformats.org/officeDocument/2006/relationships" name="Gradient Circle">
  <a:themeElements>
    <a:clrScheme name="Custom 2">
      <a:dk1>
        <a:srgbClr val="000000"/>
      </a:dk1>
      <a:lt1>
        <a:srgbClr val="ffffff"/>
      </a:lt1>
      <a:dk2>
        <a:srgbClr val="2c3932"/>
      </a:dk2>
      <a:lt2>
        <a:srgbClr val="fdf6ea"/>
      </a:lt2>
      <a:accent1>
        <a:srgbClr val="f0d4db"/>
      </a:accent1>
      <a:accent2>
        <a:srgbClr val="dbe7f5"/>
      </a:accent2>
      <a:accent3>
        <a:srgbClr val="c9e2d6"/>
      </a:accent3>
      <a:accent4>
        <a:srgbClr val="babad6"/>
      </a:accent4>
      <a:accent5>
        <a:srgbClr val="f0d2bf"/>
      </a:accent5>
      <a:accent6>
        <a:srgbClr val="f3e49a"/>
      </a:accent6>
      <a:hlink>
        <a:srgbClr val="7030a0"/>
      </a:hlink>
      <a:folHlink>
        <a:srgbClr val="107573"/>
      </a:folHlink>
    </a:clrScheme>
    <a:fontScheme name="Custom 10">
      <a:majorFont>
        <a:latin typeface="Lora" pitchFamily="0" charset="1"/>
        <a:ea typeface=""/>
        <a:cs typeface=""/>
      </a:majorFont>
      <a:minorFont>
        <a:latin typeface="Poppins Ligh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8.xml><?xml version="1.0" encoding="utf-8"?>
<a:theme xmlns:a="http://schemas.openxmlformats.org/drawingml/2006/main" xmlns:r="http://schemas.openxmlformats.org/officeDocument/2006/relationships" name="Gradient Circle">
  <a:themeElements>
    <a:clrScheme name="Custom 2">
      <a:dk1>
        <a:srgbClr val="000000"/>
      </a:dk1>
      <a:lt1>
        <a:srgbClr val="ffffff"/>
      </a:lt1>
      <a:dk2>
        <a:srgbClr val="2c3932"/>
      </a:dk2>
      <a:lt2>
        <a:srgbClr val="fdf6ea"/>
      </a:lt2>
      <a:accent1>
        <a:srgbClr val="f0d4db"/>
      </a:accent1>
      <a:accent2>
        <a:srgbClr val="dbe7f5"/>
      </a:accent2>
      <a:accent3>
        <a:srgbClr val="c9e2d6"/>
      </a:accent3>
      <a:accent4>
        <a:srgbClr val="babad6"/>
      </a:accent4>
      <a:accent5>
        <a:srgbClr val="f0d2bf"/>
      </a:accent5>
      <a:accent6>
        <a:srgbClr val="f3e49a"/>
      </a:accent6>
      <a:hlink>
        <a:srgbClr val="7030a0"/>
      </a:hlink>
      <a:folHlink>
        <a:srgbClr val="107573"/>
      </a:folHlink>
    </a:clrScheme>
    <a:fontScheme name="Custom 10">
      <a:majorFont>
        <a:latin typeface="Lora" pitchFamily="0" charset="1"/>
        <a:ea typeface=""/>
        <a:cs typeface=""/>
      </a:majorFont>
      <a:minorFont>
        <a:latin typeface="Poppins Ligh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9.xml><?xml version="1.0" encoding="utf-8"?>
<a:theme xmlns:a="http://schemas.openxmlformats.org/drawingml/2006/main" xmlns:r="http://schemas.openxmlformats.org/officeDocument/2006/relationships" name="Gradient Circle">
  <a:themeElements>
    <a:clrScheme name="Custom 2">
      <a:dk1>
        <a:srgbClr val="000000"/>
      </a:dk1>
      <a:lt1>
        <a:srgbClr val="ffffff"/>
      </a:lt1>
      <a:dk2>
        <a:srgbClr val="2c3932"/>
      </a:dk2>
      <a:lt2>
        <a:srgbClr val="fdf6ea"/>
      </a:lt2>
      <a:accent1>
        <a:srgbClr val="f0d4db"/>
      </a:accent1>
      <a:accent2>
        <a:srgbClr val="dbe7f5"/>
      </a:accent2>
      <a:accent3>
        <a:srgbClr val="c9e2d6"/>
      </a:accent3>
      <a:accent4>
        <a:srgbClr val="babad6"/>
      </a:accent4>
      <a:accent5>
        <a:srgbClr val="f0d2bf"/>
      </a:accent5>
      <a:accent6>
        <a:srgbClr val="f3e49a"/>
      </a:accent6>
      <a:hlink>
        <a:srgbClr val="7030a0"/>
      </a:hlink>
      <a:folHlink>
        <a:srgbClr val="107573"/>
      </a:folHlink>
    </a:clrScheme>
    <a:fontScheme name="Custom 10">
      <a:majorFont>
        <a:latin typeface="Lora" pitchFamily="0" charset="1"/>
        <a:ea typeface=""/>
        <a:cs typeface=""/>
      </a:majorFont>
      <a:minorFont>
        <a:latin typeface="Poppins Ligh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0.xml><?xml version="1.0" encoding="utf-8"?>
<a:theme xmlns:a="http://schemas.openxmlformats.org/drawingml/2006/main" xmlns:r="http://schemas.openxmlformats.org/officeDocument/2006/relationships" name="Gradient Circle">
  <a:themeElements>
    <a:clrScheme name="Custom 2">
      <a:dk1>
        <a:srgbClr val="000000"/>
      </a:dk1>
      <a:lt1>
        <a:srgbClr val="ffffff"/>
      </a:lt1>
      <a:dk2>
        <a:srgbClr val="2c3932"/>
      </a:dk2>
      <a:lt2>
        <a:srgbClr val="fdf6ea"/>
      </a:lt2>
      <a:accent1>
        <a:srgbClr val="f0d4db"/>
      </a:accent1>
      <a:accent2>
        <a:srgbClr val="dbe7f5"/>
      </a:accent2>
      <a:accent3>
        <a:srgbClr val="c9e2d6"/>
      </a:accent3>
      <a:accent4>
        <a:srgbClr val="babad6"/>
      </a:accent4>
      <a:accent5>
        <a:srgbClr val="f0d2bf"/>
      </a:accent5>
      <a:accent6>
        <a:srgbClr val="f3e49a"/>
      </a:accent6>
      <a:hlink>
        <a:srgbClr val="7030a0"/>
      </a:hlink>
      <a:folHlink>
        <a:srgbClr val="107573"/>
      </a:folHlink>
    </a:clrScheme>
    <a:fontScheme name="Custom 10">
      <a:majorFont>
        <a:latin typeface="Lora" pitchFamily="0" charset="1"/>
        <a:ea typeface=""/>
        <a:cs typeface=""/>
      </a:majorFont>
      <a:minorFont>
        <a:latin typeface="Poppins Ligh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1.xml><?xml version="1.0" encoding="utf-8"?>
<a:theme xmlns:a="http://schemas.openxmlformats.org/drawingml/2006/main" xmlns:r="http://schemas.openxmlformats.org/officeDocument/2006/relationships" name="Gradient Circle">
  <a:themeElements>
    <a:clrScheme name="Custom 2">
      <a:dk1>
        <a:srgbClr val="000000"/>
      </a:dk1>
      <a:lt1>
        <a:srgbClr val="ffffff"/>
      </a:lt1>
      <a:dk2>
        <a:srgbClr val="2c3932"/>
      </a:dk2>
      <a:lt2>
        <a:srgbClr val="fdf6ea"/>
      </a:lt2>
      <a:accent1>
        <a:srgbClr val="f0d4db"/>
      </a:accent1>
      <a:accent2>
        <a:srgbClr val="dbe7f5"/>
      </a:accent2>
      <a:accent3>
        <a:srgbClr val="c9e2d6"/>
      </a:accent3>
      <a:accent4>
        <a:srgbClr val="babad6"/>
      </a:accent4>
      <a:accent5>
        <a:srgbClr val="f0d2bf"/>
      </a:accent5>
      <a:accent6>
        <a:srgbClr val="f3e49a"/>
      </a:accent6>
      <a:hlink>
        <a:srgbClr val="7030a0"/>
      </a:hlink>
      <a:folHlink>
        <a:srgbClr val="107573"/>
      </a:folHlink>
    </a:clrScheme>
    <a:fontScheme name="Custom 10">
      <a:majorFont>
        <a:latin typeface="Lora" pitchFamily="0" charset="1"/>
        <a:ea typeface=""/>
        <a:cs typeface=""/>
      </a:majorFont>
      <a:minorFont>
        <a:latin typeface="Poppins Ligh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2.xml><?xml version="1.0" encoding="utf-8"?>
<a:theme xmlns:a="http://schemas.openxmlformats.org/drawingml/2006/main" xmlns:r="http://schemas.openxmlformats.org/officeDocument/2006/relationships" name="Gradient Circle">
  <a:themeElements>
    <a:clrScheme name="Custom 2">
      <a:dk1>
        <a:srgbClr val="000000"/>
      </a:dk1>
      <a:lt1>
        <a:srgbClr val="ffffff"/>
      </a:lt1>
      <a:dk2>
        <a:srgbClr val="2c3932"/>
      </a:dk2>
      <a:lt2>
        <a:srgbClr val="fdf6ea"/>
      </a:lt2>
      <a:accent1>
        <a:srgbClr val="f0d4db"/>
      </a:accent1>
      <a:accent2>
        <a:srgbClr val="dbe7f5"/>
      </a:accent2>
      <a:accent3>
        <a:srgbClr val="c9e2d6"/>
      </a:accent3>
      <a:accent4>
        <a:srgbClr val="babad6"/>
      </a:accent4>
      <a:accent5>
        <a:srgbClr val="f0d2bf"/>
      </a:accent5>
      <a:accent6>
        <a:srgbClr val="f3e49a"/>
      </a:accent6>
      <a:hlink>
        <a:srgbClr val="7030a0"/>
      </a:hlink>
      <a:folHlink>
        <a:srgbClr val="107573"/>
      </a:folHlink>
    </a:clrScheme>
    <a:fontScheme name="Custom 10">
      <a:majorFont>
        <a:latin typeface="Lora" pitchFamily="0" charset="1"/>
        <a:ea typeface=""/>
        <a:cs typeface=""/>
      </a:majorFont>
      <a:minorFont>
        <a:latin typeface="Poppins Ligh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3.xml><?xml version="1.0" encoding="utf-8"?>
<a:theme xmlns:a="http://schemas.openxmlformats.org/drawingml/2006/main" xmlns:r="http://schemas.openxmlformats.org/officeDocument/2006/relationships" name="Gradient Circle">
  <a:themeElements>
    <a:clrScheme name="Custom 2">
      <a:dk1>
        <a:srgbClr val="000000"/>
      </a:dk1>
      <a:lt1>
        <a:srgbClr val="ffffff"/>
      </a:lt1>
      <a:dk2>
        <a:srgbClr val="2c3932"/>
      </a:dk2>
      <a:lt2>
        <a:srgbClr val="fdf6ea"/>
      </a:lt2>
      <a:accent1>
        <a:srgbClr val="f0d4db"/>
      </a:accent1>
      <a:accent2>
        <a:srgbClr val="dbe7f5"/>
      </a:accent2>
      <a:accent3>
        <a:srgbClr val="c9e2d6"/>
      </a:accent3>
      <a:accent4>
        <a:srgbClr val="babad6"/>
      </a:accent4>
      <a:accent5>
        <a:srgbClr val="f0d2bf"/>
      </a:accent5>
      <a:accent6>
        <a:srgbClr val="f3e49a"/>
      </a:accent6>
      <a:hlink>
        <a:srgbClr val="7030a0"/>
      </a:hlink>
      <a:folHlink>
        <a:srgbClr val="107573"/>
      </a:folHlink>
    </a:clrScheme>
    <a:fontScheme name="Custom 10">
      <a:majorFont>
        <a:latin typeface="Lora" pitchFamily="0" charset="1"/>
        <a:ea typeface=""/>
        <a:cs typeface=""/>
      </a:majorFont>
      <a:minorFont>
        <a:latin typeface="Poppins Ligh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4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customXml/_rels/item1.xml.rels><?xml version="1.0" encoding="UTF-8"?>
<Relationships xmlns="http://schemas.openxmlformats.org/package/2006/relationships"><Relationship Id="rId1" Type="http://schemas.openxmlformats.org/officeDocument/2006/relationships/customXmlProps" Target="itemProps1.xml"/>
</Relationships>
</file>

<file path=customXml/_rels/item2.xml.rels><?xml version="1.0" encoding="UTF-8"?>
<Relationships xmlns="http://schemas.openxmlformats.org/package/2006/relationships"><Relationship Id="rId1" Type="http://schemas.openxmlformats.org/officeDocument/2006/relationships/customXmlProps" Target="itemProps2.xml"/>
</Relationships>
</file>

<file path=customXml/_rels/item3.xml.rels><?xml version="1.0" encoding="UTF-8"?>
<Relationships xmlns="http://schemas.openxmlformats.org/package/2006/relationships"><Relationship Id="rId1" Type="http://schemas.openxmlformats.org/officeDocument/2006/relationships/customXmlProps" Target="itemProps3.xml"/>
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076F8FCD-0A1F-4F6A-8F55-15E9E87E2E4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3A9C388-2C06-4AF2-857C-74055069A29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F782DA7-86C0-4A84-A860-11A1E6E3FB6B}">
  <ds:schemaRefs>
    <ds:schemaRef ds:uri="http://www.w3.org/XML/1998/namespace"/>
    <ds:schemaRef ds:uri="http://schemas.microsoft.com/office/2006/documentManagement/types"/>
    <ds:schemaRef ds:uri="http://purl.org/dc/elements/1.1/"/>
    <ds:schemaRef ds:uri="http://purl.org/dc/terms/"/>
    <ds:schemaRef ds:uri="http://purl.org/dc/dcmitype/"/>
    <ds:schemaRef ds:uri="http://schemas.microsoft.com/office/infopath/2007/PartnerControls"/>
    <ds:schemaRef ds:uri="71af3243-3dd4-4a8d-8c0d-dd76da1f02a5"/>
    <ds:schemaRef ds:uri="http://schemas.microsoft.com/sharepoint/v3"/>
    <ds:schemaRef ds:uri="http://schemas.microsoft.com/office/2006/metadata/properties"/>
    <ds:schemaRef ds:uri="http://schemas.openxmlformats.org/package/2006/metadata/core-properties"/>
    <ds:schemaRef ds:uri="230e9df3-be65-4c73-a93b-d1236ebd677e"/>
    <ds:schemaRef ds:uri="16c05727-aa75-4e4a-9b5f-8a80a1165891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{98073431-476E-4834-8C1D-C74DA21D2624}f4c2fa09-5552-4190-875c-1979579583e2-TFc553d604-a3b6-4c52-b2ed-3a769335c0fd_win32</Template>
  <TotalTime>69</TotalTime>
  <Application>LibreOffice/24.2.7.2$Linux_X86_64 LibreOffice_project/420$Build-2</Application>
  <AppVersion>15.0000</AppVersion>
  <Words>775</Words>
  <Paragraphs>104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2026-03-28T00:01:05Z</dcterms:created>
  <dc:creator>Luke Doyle</dc:creator>
  <dc:description/>
  <dc:language>en-IE</dc:language>
  <cp:lastModifiedBy/>
  <dcterms:modified xsi:type="dcterms:W3CDTF">2026-04-15T12:57:29Z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  <property fmtid="{D5CDD505-2E9C-101B-9397-08002B2CF9AE}" pid="4" name="Notes">
    <vt:i4>4</vt:i4>
  </property>
  <property fmtid="{D5CDD505-2E9C-101B-9397-08002B2CF9AE}" pid="5" name="PresentationFormat">
    <vt:lpwstr>Widescreen</vt:lpwstr>
  </property>
  <property fmtid="{D5CDD505-2E9C-101B-9397-08002B2CF9AE}" pid="6" name="Slides">
    <vt:i4>12</vt:i4>
  </property>
</Properties>
</file>